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presProps" Target="presProps.xml"/><Relationship Id="rId270" Type="http://schemas.openxmlformats.org/officeDocument/2006/relationships/viewProps" Target="viewProps.xml"/><Relationship Id="rId271" Type="http://schemas.openxmlformats.org/officeDocument/2006/relationships/theme" Target="theme/theme1.xml"/><Relationship Id="rId272"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February 06,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 secure offsite data protection for IBM Power is a fully managed, software-as-a-service offering designed to simplify secure offsite data protection for on-premises IBM Power environments. It enables IBM i, AIX, and Linux on Power organizations to maintain compliant, resilient offsite copies of critical data without deploying or managing cloud infrastructure.</a:t>
            </a:r>
          </a:p>
          <a:p>
            <a:r>
              <a:rPr lang="en-US" sz="1800" dirty="0" smtClean="0"/>
              <a:t>Habanero integrates directly with existing IBM Power backup applications and processes, providing predictable pricing, globally available service delivery, and secure offsite retention for recovery, compliance, and cyber resilience—without changing how customers operate their production environments.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267</Slides>
  <Notes>0</Notes>
  <HiddenSlides>0</HiddenSlides>
  <MMClips>0</MMClips>
  <ScaleCrop>false</ScaleCrop>
  <HeadingPairs>
    <vt:vector size="4" baseType="variant">
      <vt:variant>
        <vt:lpstr>Theme</vt:lpstr>
      </vt:variant>
      <vt:variant>
        <vt:i4>1</vt:i4>
      </vt:variant>
      <vt:variant>
        <vt:lpstr>Slide Titles</vt:lpstr>
      </vt:variant>
      <vt:variant>
        <vt:i4>267</vt:i4>
      </vt:variant>
    </vt:vector>
  </HeadingPairs>
  <TitlesOfParts>
    <vt:vector size="268"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2026-02-06T00:10:25Z</dcterms:created>
  <dcterms:modified xsi:type="dcterms:W3CDTF">2026-02-06T00:10:25Z</dcterms:modified>
</cp:coreProperties>
</file>