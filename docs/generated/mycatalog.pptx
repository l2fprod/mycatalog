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presProps" Target="presProps.xml"/><Relationship Id="rId265" Type="http://schemas.openxmlformats.org/officeDocument/2006/relationships/viewProps" Target="viewProps.xml"/><Relationship Id="rId266" Type="http://schemas.openxmlformats.org/officeDocument/2006/relationships/theme" Target="theme/theme1.xml"/><Relationship Id="rId267"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January 01,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and Lite-tier provisioning is temporarily unavailable. For any concerns please contact wgyure@us.ibm.com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FalconStor’s Habanero Data Protection Services are fully managed hybrid or cloud services that consolidate and orchestrate data protection operations across multiple backup applications and environments, delivered with IBM Cloud and IBM Cloud Object Storage (COS). Powered by StorSafe and integrated with IBM Power Virtual Server, Habanero optimizes and modernizes enterprise data protection while meeting compliance, security, and ransomware recovery requirements.</a:t>
            </a:r>
          </a:p>
          <a:p>
            <a:r>
              <a:rPr lang="en-US" sz="1800" dirty="0" smtClean="0"/>
              <a:t>FalconStor Habanero provides COS for long-term backup and archive of data. This turnkey solution managed by FalconStor makes adoption of object storage for all your backup and archive needs easy and cost effective.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262</Slides>
  <Notes>0</Notes>
  <HiddenSlides>0</HiddenSlides>
  <MMClips>0</MMClips>
  <ScaleCrop>false</ScaleCrop>
  <HeadingPairs>
    <vt:vector size="4" baseType="variant">
      <vt:variant>
        <vt:lpstr>Theme</vt:lpstr>
      </vt:variant>
      <vt:variant>
        <vt:i4>1</vt:i4>
      </vt:variant>
      <vt:variant>
        <vt:lpstr>Slide Titles</vt:lpstr>
      </vt:variant>
      <vt:variant>
        <vt:i4>262</vt:i4>
      </vt:variant>
    </vt:vector>
  </HeadingPairs>
  <TitlesOfParts>
    <vt:vector size="263"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2026-01-01T00:10:15Z</dcterms:created>
  <dcterms:modified xsi:type="dcterms:W3CDTF">2026-01-01T00:10:15Z</dcterms:modified>
</cp:coreProperties>
</file>