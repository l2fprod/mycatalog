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presProps" Target="presProps.xml"/><Relationship Id="rId299" Type="http://schemas.openxmlformats.org/officeDocument/2006/relationships/viewProps" Target="viewProps.xml"/><Relationship Id="rId300" Type="http://schemas.openxmlformats.org/officeDocument/2006/relationships/theme" Target="theme/theme1.xml"/><Relationship Id="rId301"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8/11/2026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8/11/2026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8/11/2026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August 11,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A gate-by-gate readiness view, the blockers, and the evidence, inside Maximo.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inside your Maximo.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It reads work-pack state live from your Maximo, and on your authorisation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Chennai - Airtel (in-che) 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DRaaS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296</Slides>
  <Notes>0</Notes>
  <HiddenSlides>0</HiddenSlides>
  <MMClips>0</MMClips>
  <ScaleCrop>false</ScaleCrop>
  <HeadingPairs>
    <vt:vector size="4" baseType="variant">
      <vt:variant>
        <vt:lpstr>Theme</vt:lpstr>
      </vt:variant>
      <vt:variant>
        <vt:i4>1</vt:i4>
      </vt:variant>
      <vt:variant>
        <vt:lpstr>Slide Titles</vt:lpstr>
      </vt:variant>
      <vt:variant>
        <vt:i4>296</vt:i4>
      </vt:variant>
    </vt:vector>
  </HeadingPairs>
  <TitlesOfParts>
    <vt:vector size="297"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2026-08-11T13:21:30Z</dcterms:created>
  <dcterms:modified xsi:type="dcterms:W3CDTF">2026-08-11T13:21:30Z</dcterms:modified>
</cp:coreProperties>
</file>