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17,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London (eu-gb) Montreal (ca-mon)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2026-09-17T02:24:34Z</dcterms:created>
  <dcterms:modified xsi:type="dcterms:W3CDTF">2026-09-17T02:24:34Z</dcterms:modified>
</cp:coreProperties>
</file>