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29,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p>
          <a:p>
            <a:r>
              <a:rPr lang="en-US" sz="1800" dirty="0" smtClean="0"/>
              <a:t>Before deploying the Elastio IBCloud Object Storage - IBM Cloud</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2026-03-29T00:15:15Z</dcterms:created>
  <dcterms:modified xsi:type="dcterms:W3CDTF">2026-03-29T00:15:15Z</dcterms:modified>
</cp:coreProperties>
</file>