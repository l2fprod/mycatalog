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presProps" Target="presProps.xml"/><Relationship Id="rId257" Type="http://schemas.openxmlformats.org/officeDocument/2006/relationships/viewProps" Target="viewProps.xml"/><Relationship Id="rId258" Type="http://schemas.openxmlformats.org/officeDocument/2006/relationships/theme" Target="theme/theme1.xml"/><Relationship Id="rId259"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12/4/2025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12/4/2025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12/4/2025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December 04, 2025</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research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and Lite-tier provisioning is temporarily unavailable. For any concerns please contact wgyure@us.ibm.com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FalconStor’s Habanero Data Protection Services are fully managed hybrid or cloud services that consolidate and orchestrate data protection operations across multiple backup applications and environments, delivered with IBM Cloud and IBM Cloud Object Storage (COS). Powered by StorSafe and integrated with IBM Power Virtual Server, Habanero optimizes and modernizes enterprise data protection while meeting compliance, security, and ransomware recovery requirements.</a:t>
            </a:r>
          </a:p>
          <a:p>
            <a:r>
              <a:rPr lang="en-US" sz="1800" dirty="0" smtClean="0"/>
              <a:t>FalconStor Habanero provides COS for long-term backup and archive of data. This turnkey solution managed by FalconStor makes adoption of object storage for all your backup and archive needs easy and cost effective.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 Managed on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managed IBM i server instance on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i Managed on Power Virtual Server (PowerVS) is a cloud offering where IBM hosts and manages IBM i LPARs (Virtual Servers) on IBM Cloud. This offering extends the existing IaaS based PowerVS on IBM Cloud offering, to one where IBM Cloud will monitor and manage IBM i LPARs and associated infrastructure (network, memory, storage), apply fixes and updates to the IBM i operating system, and manage the applicable security and private controls.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IPSec VPN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VPN access is designed to allow users to remotely manage all servers and services associated with their account over our private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facilitates connectivity from your secure network to IBM IaaS platform’s private network. A VPN connection from your location to the private network allows for out-of-band management and server rescue through an encrypted VPN tunnel. Communicating using the private network is inherently more secure and gives users the flexibility to limit public access while still being able to access their servers. Any user on your account can be given VPN access, which is available as both SSL and PPTP. In addition IBM Bluemix also allows to establish a connection using IPSec.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https://cloud.ibm.com/catalog/infrastructure/ipsec-vpn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Match 360</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254</Slides>
  <Notes>0</Notes>
  <HiddenSlides>0</HiddenSlides>
  <MMClips>0</MMClips>
  <ScaleCrop>false</ScaleCrop>
  <HeadingPairs>
    <vt:vector size="4" baseType="variant">
      <vt:variant>
        <vt:lpstr>Theme</vt:lpstr>
      </vt:variant>
      <vt:variant>
        <vt:i4>1</vt:i4>
      </vt:variant>
      <vt:variant>
        <vt:lpstr>Slide Titles</vt:lpstr>
      </vt:variant>
      <vt:variant>
        <vt:i4>254</vt:i4>
      </vt:variant>
    </vt:vector>
  </HeadingPairs>
  <TitlesOfParts>
    <vt:vector size="255"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2025-12-04T00:08:57Z</dcterms:created>
  <dcterms:modified xsi:type="dcterms:W3CDTF">2025-12-04T00:08:57Z</dcterms:modified>
</cp:coreProperties>
</file>