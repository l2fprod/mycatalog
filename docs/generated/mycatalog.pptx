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presProps" Target="presProps.xml"/><Relationship Id="rId249" Type="http://schemas.openxmlformats.org/officeDocument/2006/relationships/viewProps" Target="viewProps.xml"/><Relationship Id="rId250" Type="http://schemas.openxmlformats.org/officeDocument/2006/relationships/theme" Target="theme/theme1.xml"/><Relationship Id="rId251"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11/8/2025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11/8/2025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11/8/2025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November 08,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VMware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VSIs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Product Hub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Curate and share trusted data products across your organization.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Product Hub is ideal for organizations to share data products between teams. Data consumers can search and place requests for specific data products and data producers can curate and govern data products to be easily accessible and usable. By combining and packaging data, Data Product Hub enables data-driven teams to work faster and more efficiently.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https://cloud.ibm.com/catalog/services/data-product-hub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IPSec VPN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VPN access is designed to allow users to remotely manage all servers and services associated with their account over our private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facilitates connectivity from your secure network to IBM IaaS platform’s private network. A VPN connection from your location to the private network allows for out-of-band management and server rescue through an encrypted VPN tunnel. Communicating using the private network is inherently more secure and gives users the flexibility to limit public access while still being able to access their servers. Any user on your account can be given VPN access, which is available as both SSL and PPTP. In addition IBM Bluemix also allows to establish a connection using IPSec.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https://cloud.ibm.com/catalog/infrastructure/ipsec-vpn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Match 360</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API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provides the resources that power the AI lifecycle for IBM watsonx.ai and Cloud Pak for Data as a Service. IBM watsonx.ai Runtime powers IBM watsonx.ai Studio. With resources for all AI solution tasks, you can build, test, and deploy machine learning models and on watsonx.ai, build, tune, and deploy generative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246</Slides>
  <Notes>0</Notes>
  <HiddenSlides>0</HiddenSlides>
  <MMClips>0</MMClips>
  <ScaleCrop>false</ScaleCrop>
  <HeadingPairs>
    <vt:vector size="4" baseType="variant">
      <vt:variant>
        <vt:lpstr>Theme</vt:lpstr>
      </vt:variant>
      <vt:variant>
        <vt:i4>1</vt:i4>
      </vt:variant>
      <vt:variant>
        <vt:lpstr>Slide Titles</vt:lpstr>
      </vt:variant>
      <vt:variant>
        <vt:i4>246</vt:i4>
      </vt:variant>
    </vt:vector>
  </HeadingPairs>
  <TitlesOfParts>
    <vt:vector size="247"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2025-11-08T00:08:22Z</dcterms:created>
  <dcterms:modified xsi:type="dcterms:W3CDTF">2025-11-08T00:08:22Z</dcterms:modified>
</cp:coreProperties>
</file>