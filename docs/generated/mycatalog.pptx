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presProps" Target="presProps.xml"/><Relationship Id="rId314" Type="http://schemas.openxmlformats.org/officeDocument/2006/relationships/viewProps" Target="viewProps.xml"/><Relationship Id="rId315" Type="http://schemas.openxmlformats.org/officeDocument/2006/relationships/theme" Target="theme/theme1.xml"/><Relationship Id="rId31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24,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Compass Hybrid Backup Additions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features for hybrid workloads on premises, across hyperscalers, and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hybrid workloads and more!  Deploy in-cloud, on-premises, and hybrid configurations across multiple locations &amp; mulitple hyperscalars.</a:t>
            </a:r>
          </a:p>
          <a:p>
            <a:r>
              <a:rPr lang="en-US" sz="1800" dirty="0" smtClean="0"/>
              <a:t/>
            </a:r>
          </a:p>
          <a:p>
            <a:r>
              <a:rPr lang="en-US" sz="1800" dirty="0" smtClean="0"/>
              <a:t>Compass protects a variety of platforms, applications, and data classes including:</a:t>
            </a:r>
          </a:p>
          <a:p>
            <a:r>
              <a:rPr lang="en-US" sz="1800" dirty="0" smtClean="0"/>
              <a:t/>
            </a:r>
          </a:p>
          <a:p>
            <a:r>
              <a:rPr lang="en-US" sz="1800" dirty="0" smtClean="0"/>
              <a:t> 1. IBM i</a:t>
            </a:r>
          </a:p>
          <a:p>
            <a:r>
              <a:rPr lang="en-US" sz="1800" dirty="0" smtClean="0"/>
              <a:t> 2. AIX</a:t>
            </a:r>
          </a:p>
          <a:p>
            <a:r>
              <a:rPr lang="en-US" sz="1800" dirty="0" smtClean="0"/>
              <a:t> 3. Linux</a:t>
            </a:r>
          </a:p>
          <a:p>
            <a:r>
              <a:rPr lang="en-US" sz="1800" dirty="0" smtClean="0"/>
              <a:t> 4. Oracle</a:t>
            </a:r>
          </a:p>
          <a:p>
            <a:r>
              <a:rPr lang="en-US" sz="1800" dirty="0" smtClean="0"/>
              <a:t> 5. Db2</a:t>
            </a:r>
          </a:p>
          <a:p>
            <a:r>
              <a:rPr lang="en-US" sz="1800" dirty="0" smtClean="0"/>
              <a:t> 6. SAP HANA</a:t>
            </a:r>
          </a:p>
          <a:p>
            <a:r>
              <a:rPr lang="en-US" sz="1800" dirty="0" smtClean="0"/>
              <a:t> 7. Windows</a:t>
            </a:r>
          </a:p>
          <a:p>
            <a:r>
              <a:rPr lang="en-US" sz="1800" dirty="0" smtClean="0"/>
              <a:t> 8. macOS</a:t>
            </a:r>
          </a:p>
          <a:p>
            <a:r>
              <a:rPr lang="en-US" sz="1800" dirty="0" smtClean="0"/>
              <a:t> 9. and many more platforms, applications, and databases</a:t>
            </a:r>
          </a:p>
          <a:p>
            <a:r>
              <a:rPr lang="en-US" sz="1800" dirty="0" smtClean="0"/>
              <a:t/>
            </a:r>
          </a:p>
          <a:p>
            <a:r>
              <a:rPr lang="en-US" sz="1800" dirty="0" smtClean="0"/>
              <a:t>Compass delivers a variety of differentiated features and functionality:</a:t>
            </a:r>
          </a:p>
          <a:p>
            <a:r>
              <a:rPr lang="en-US" sz="1800" dirty="0" smtClean="0"/>
              <a:t/>
            </a:r>
          </a:p>
          <a:p>
            <a:r>
              <a:rPr lang="en-US" sz="1800" dirty="0" smtClean="0"/>
              <a:t> 1. Simple, automated, instant-on</a:t>
            </a:r>
          </a:p>
          <a:p>
            <a:r>
              <a:rPr lang="en-US" sz="1800" dirty="0" smtClean="0"/>
              <a:t> 2. Cloud backup service</a:t>
            </a:r>
          </a:p>
          <a:p>
            <a:r>
              <a:rPr lang="en-US" sz="1800" dirty="0" smtClean="0"/>
              <a:t> 3. Resilient and compliant</a:t>
            </a:r>
          </a:p>
          <a:p>
            <a:r>
              <a:rPr lang="en-US" sz="1800" dirty="0" smtClean="0"/>
              <a:t> 4. Usage-based pricing</a:t>
            </a:r>
          </a:p>
          <a:p>
            <a:r>
              <a:rPr lang="en-US" sz="1800" dirty="0" smtClean="0"/>
              <a:t> 5. Native application integrations</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 1. Alerting, notifications, and ticketing features and integration</a:t>
            </a:r>
          </a:p>
          <a:p>
            <a:r>
              <a:rPr lang="en-US" sz="1800" dirty="0" smtClean="0"/>
              <a:t> 2. Automated auditing and validation of backup server landscape</a:t>
            </a:r>
          </a:p>
          <a:p>
            <a:r>
              <a:rPr lang="en-US" sz="1800" dirty="0" smtClean="0"/>
              <a:t> 3. Backup server automation – hands-free automation of all backup server tasks</a:t>
            </a:r>
          </a:p>
          <a:p>
            <a:r>
              <a:rPr lang="en-US" sz="1800" dirty="0" smtClean="0"/>
              <a:t> 4. Centralized policy management</a:t>
            </a:r>
          </a:p>
          <a:p>
            <a:r>
              <a:rPr lang="en-US" sz="1800" dirty="0" smtClean="0"/>
              <a:t> 5. Complete governance</a:t>
            </a:r>
          </a:p>
          <a:p>
            <a:r>
              <a:rPr lang="en-US" sz="1800" dirty="0" smtClean="0"/>
              <a:t> 6. Customer data is encrypted in all phases from in-transit, to-storage, and at-rest</a:t>
            </a:r>
          </a:p>
          <a:p>
            <a:r>
              <a:rPr lang="en-US" sz="1800" dirty="0" smtClean="0"/>
              <a:t> 7. Multi-tenancy and unlimited sub-organizations</a:t>
            </a:r>
          </a:p>
          <a:p>
            <a:r>
              <a:rPr lang="en-US" sz="1800" dirty="0" smtClean="0"/>
              <a:t> 8. Role-based access control management</a:t>
            </a:r>
          </a:p>
          <a:p>
            <a:r>
              <a:rPr lang="en-US" sz="1800" dirty="0" smtClean="0"/>
              <a:t>  </a:t>
            </a:r>
          </a:p>
          <a:p>
            <a:r>
              <a:rPr lang="en-US" sz="1800" dirty="0" smtClean="0"/>
              <a:t> ** All assets are returned to Cobalt Iron at the end of the term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https://cloud.ibm.com/catalog/services/compass-hybrid-backup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London (eu-gb) Montreal (ca-mon)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311</Slides>
  <Notes>0</Notes>
  <HiddenSlides>0</HiddenSlides>
  <MMClips>0</MMClips>
  <ScaleCrop>false</ScaleCrop>
  <HeadingPairs>
    <vt:vector size="4" baseType="variant">
      <vt:variant>
        <vt:lpstr>Theme</vt:lpstr>
      </vt:variant>
      <vt:variant>
        <vt:i4>1</vt:i4>
      </vt:variant>
      <vt:variant>
        <vt:lpstr>Slide Titles</vt:lpstr>
      </vt:variant>
      <vt:variant>
        <vt:i4>311</vt:i4>
      </vt:variant>
    </vt:vector>
  </HeadingPairs>
  <TitlesOfParts>
    <vt:vector size="31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2026-09-24T16:59:43Z</dcterms:created>
  <dcterms:modified xsi:type="dcterms:W3CDTF">2026-09-24T16:59:43Z</dcterms:modified>
</cp:coreProperties>
</file>