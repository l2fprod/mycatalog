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04,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a:t>
            </a:r>
          </a:p>
          <a:p>
            <a:r>
              <a:rPr lang="en-US" sz="1800" dirty="0" smtClean="0"/>
              <a:t/>
            </a:r>
          </a:p>
          <a:p>
            <a:r>
              <a:rPr lang="en-US" sz="1800" dirty="0" smtClean="0"/>
              <a:t>CMA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PowerHA SystemMirror is the first supported platform, with Kubernetes, Pacemaker, OpenShift, and Oracle RAC planned for future releases.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2026-04-04T00:13:32Z</dcterms:created>
  <dcterms:modified xsi:type="dcterms:W3CDTF">2026-04-04T00:13:32Z</dcterms:modified>
</cp:coreProperties>
</file>