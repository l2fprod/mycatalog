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presProps" Target="presProps.xml"/><Relationship Id="rId311" Type="http://schemas.openxmlformats.org/officeDocument/2006/relationships/viewProps" Target="viewProps.xml"/><Relationship Id="rId312" Type="http://schemas.openxmlformats.org/officeDocument/2006/relationships/theme" Target="theme/theme1.xml"/><Relationship Id="rId31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10/11/2026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10/11/2026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10/11/2026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October 11,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Gate-by-gate readiness, the blockers, and the evidence. No connection needed to start.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No system connection is needed to start. Connect IBM Maximo to score your own records.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No system connection is needed. Connect IBM Maximo when you want it to read live work-pack state. On your authorisation it then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No system connection is needed. Connect IBM Maximo when you want it to read your live handover packages, asset records, and document status.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Lenses DevX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experience and control plane for platform teams to manage Kafka and securely provide access &amp; tooling for app teams.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Lenses is a developer experience and governance layer for Apache Kafka. It gives application and data teams secure self-service access to streaming data, while platform teams keep control of who sees what.</a:t>
            </a:r>
          </a:p>
          <a:p>
            <a:r>
              <a:rPr lang="en-US" sz="1800" dirty="0" smtClean="0"/>
              <a:t/>
            </a:r>
          </a:p>
          <a:p>
            <a:r>
              <a:rPr lang="en-US" sz="1800" dirty="0" smtClean="0"/>
              <a:t>Developers explore topics, schemas, Kafka Connect and consumer groups from one console, and query live streams with SQL to troubleshoot without writing consumer code or copying data out. Topology and lineage show every producer, consumer and dependency, so teams see the blast radius before they change anything.</a:t>
            </a:r>
          </a:p>
          <a:p>
            <a:r>
              <a:rPr lang="en-US" sz="1800" dirty="0" smtClean="0"/>
              <a:t/>
            </a:r>
          </a:p>
          <a:p>
            <a:r>
              <a:rPr lang="en-US" sz="1800" dirty="0" smtClean="0"/>
              <a:t>Platform teams get scoped RBAC, namespace isolation, data masking and a full audit trail across every cluster, with SSO and SAML through your existing identity provider. Consumer lag, quota and broker health metrics feed your monitoring stack via JMX and Prometheus.</a:t>
            </a:r>
          </a:p>
          <a:p>
            <a:r>
              <a:rPr lang="en-US" sz="1800" dirty="0" smtClean="0"/>
              <a:t/>
            </a:r>
          </a:p>
          <a:p>
            <a:r>
              <a:rPr lang="en-US" sz="1800" dirty="0" smtClean="0"/>
              <a:t>Lenses works with IBM Event Streams, Apache Kafka, Amazon MSK, Confluent, Azure Event Hubs and any Kafka-compatible service. Deploy it in your own Kubernetes or Red Hat OpenShift cluster, on IBM Cloud, on premises or hybrid. Your data stays in your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Lenses.io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https://cloud.ibm.com/catalog/services/lenses-hq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Disaster Recovery Subscription ( Annual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Subscription ( Per Unit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ViClinic agentic healthcare orchestration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platform orchestrating healthcare workflows with multiple agents, improving efficiency, outcomes, and revenue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ViClinic Agentic Healthcare Orchestration Platform (AHOS) is a SaaS solution designed to coordinate multiple AI agents across clinical and administrative workflows, enabling healthcare organizations to automate processes, improve decision-making, and achieve measurable operational and financial outcomes.</a:t>
            </a:r>
          </a:p>
          <a:p>
            <a:r>
              <a:rPr lang="en-US" sz="1800" dirty="0" smtClean="0"/>
              <a:t>Unlike standalone AI tools, ViClinic AHOS embeds intelligent agents directly into the care delivery process—from patient intake and triage to documentation, coding, discharge, and follow-up. These agents work together within a unified system, sharing structured clinical context and operating under clinician supervision.</a:t>
            </a:r>
          </a:p>
          <a:p>
            <a:r>
              <a:rPr lang="en-US" sz="1800" dirty="0" smtClean="0"/>
              <a:t>The platform transforms fragmented workflows into a coordinated, end-to-end process. By connecting clinical data, patient interactions, and administrative tasks, it ensures that each step of care is supported by accurate, timely, and actionable information.</a:t>
            </a:r>
          </a:p>
          <a:p>
            <a:r>
              <a:rPr lang="en-US" sz="1800" dirty="0" smtClean="0"/>
              <a:t>ViClinic AHOS integrates with existing EMR/EHR systems and supports interoperability through standardized data structures. It enables healthcare providers to enhance efficiency without replacing their current systems, acting as an execution layer that brings AI into real-world clinical operations.</a:t>
            </a:r>
          </a:p>
          <a:p>
            <a:r>
              <a:rPr lang="en-US" sz="1800" dirty="0" smtClean="0"/>
              <a:t>By combining workflow orchestration, shared clinical context, and human-in-the-loop governance, the platform reduces administrative burden, improves care quality, accelerates revenue cycle processes, and enhances patient engagement.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https://cloud.ibm.com/catalog/services/viclinic-agentic-orchestration-platform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 (formerly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is now watsonx Orchestrate and comes with all of its Agentic capabilities and control plane.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is now watsonx Orchestrate.</a:t>
            </a:r>
          </a:p>
          <a:p>
            <a:r>
              <a:rPr lang="en-US" sz="1800" dirty="0" smtClean="0"/>
              <a:t/>
            </a:r>
          </a:p>
          <a:p>
            <a:r>
              <a:rPr lang="en-US" sz="1800" dirty="0" smtClean="0"/>
              <a:t>We are rolling out an upgrade to all customers of watsonx Assistant. Account eligibility for upgrade is rolling out to clients in stages, please see the documentation link here for more information: https://cloud.ibm.com/docs/watson-assistant?topic=watson-assistant-in-place-upgrade</a:t>
            </a:r>
          </a:p>
          <a:p>
            <a:r>
              <a:rPr lang="en-US" sz="1800" dirty="0" smtClean="0"/>
              <a:t/>
            </a:r>
          </a:p>
          <a:p>
            <a:r>
              <a:rPr lang="en-US" sz="1800" dirty="0" smtClean="0"/>
              <a:t>IBM watsonx Orchestrate (formerly Assistant), continues to provide the AI Assistant building capabilities with no disruption to customers. Existing dialogs, actions, extensions and other settings remain active and can continue to be authored.</a:t>
            </a:r>
          </a:p>
          <a:p>
            <a:r>
              <a:rPr lang="en-US" sz="1800" dirty="0" smtClean="0"/>
              <a:t/>
            </a:r>
          </a:p>
          <a:p>
            <a:r>
              <a:rPr lang="en-US" sz="1800" dirty="0" smtClean="0"/>
              <a:t>The now including AI Agent building, life cycle, and control plane experiences allow teams to start exploring and building AI Agents for their use cases to modernize Assistant experiences.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308</Slides>
  <Notes>0</Notes>
  <HiddenSlides>0</HiddenSlides>
  <MMClips>0</MMClips>
  <ScaleCrop>false</ScaleCrop>
  <HeadingPairs>
    <vt:vector size="4" baseType="variant">
      <vt:variant>
        <vt:lpstr>Theme</vt:lpstr>
      </vt:variant>
      <vt:variant>
        <vt:i4>1</vt:i4>
      </vt:variant>
      <vt:variant>
        <vt:lpstr>Slide Titles</vt:lpstr>
      </vt:variant>
      <vt:variant>
        <vt:i4>308</vt:i4>
      </vt:variant>
    </vt:vector>
  </HeadingPairs>
  <TitlesOfParts>
    <vt:vector size="30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2026-10-11T17:39:01Z</dcterms:created>
  <dcterms:modified xsi:type="dcterms:W3CDTF">2026-10-11T17:39:01Z</dcterms:modified>
</cp:coreProperties>
</file>