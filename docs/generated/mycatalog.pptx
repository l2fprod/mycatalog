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28,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2025-11-28T12:16:51Z</dcterms:created>
  <dcterms:modified xsi:type="dcterms:W3CDTF">2025-11-28T12:16:51Z</dcterms:modified>
</cp:coreProperties>
</file>