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presProps" Target="presProps.xml"/><Relationship Id="rId247" Type="http://schemas.openxmlformats.org/officeDocument/2006/relationships/viewProps" Target="viewProps.xml"/><Relationship Id="rId248" Type="http://schemas.openxmlformats.org/officeDocument/2006/relationships/theme" Target="theme/theme1.xml"/><Relationship Id="rId24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07,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provides the resources that power the AI lifecycle for IBM watsonx.ai and Cloud Pak for Data as a Service. IBM watsonx.ai Runtime powers IBM watsonx.ai Studio. With resources for all AI solution tasks, you can build, test, and deploy machine learning models and on watsonx.ai, build, tune, and deploy generative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244</Slides>
  <Notes>0</Notes>
  <HiddenSlides>0</HiddenSlides>
  <MMClips>0</MMClips>
  <ScaleCrop>false</ScaleCrop>
  <HeadingPairs>
    <vt:vector size="4" baseType="variant">
      <vt:variant>
        <vt:lpstr>Theme</vt:lpstr>
      </vt:variant>
      <vt:variant>
        <vt:i4>1</vt:i4>
      </vt:variant>
      <vt:variant>
        <vt:lpstr>Slide Titles</vt:lpstr>
      </vt:variant>
      <vt:variant>
        <vt:i4>244</vt:i4>
      </vt:variant>
    </vt:vector>
  </HeadingPairs>
  <TitlesOfParts>
    <vt:vector size="24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2025-11-07T12:15:25Z</dcterms:created>
  <dcterms:modified xsi:type="dcterms:W3CDTF">2025-11-07T12:15:25Z</dcterms:modified>
</cp:coreProperties>
</file>