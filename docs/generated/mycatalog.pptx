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5/1/2026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5/1/2026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5/1/2026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May 01,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cluster management agent for IBM PowerHA. Automates deployment, monitoring, troubleshooting, and disaster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an AI-powered multi-agent system designed to automate and simplify IBM PowerHA SystemMirror cluster management on AIX and VIOS.ZIEMACS AI Copilot for PowerHA is an AI-powered multi-agent system designed to automate and simplify IBM PowerHA SystemMirror cluster management on AIX and VIOS.</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
            </a:r>
          </a:p>
          <a:p>
            <a:r>
              <a:rPr lang="en-US" sz="1800" dirty="0" smtClean="0"/>
              <a:t>The system diagnoses complex cluster problems using AI-driven analysis of logs, configurations, and system state across CAA, RSCT, and PowerHA components. It also manages Geographic Logical Volume Manager (GLVM) and Geographic Resource Shifting (GRS) for cross-site replication and failover.</a:t>
            </a:r>
          </a:p>
          <a:p>
            <a:r>
              <a:rPr lang="en-US" sz="1800" dirty="0" smtClean="0"/>
              <a:t/>
            </a:r>
          </a:p>
          <a:p>
            <a:r>
              <a:rPr lang="en-US" sz="1800" dirty="0" smtClean="0"/>
              <a:t>Key benefits include closing the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2026-05-01T12:34:10Z</dcterms:created>
  <dcterms:modified xsi:type="dcterms:W3CDTF">2026-05-01T12:34:10Z</dcterms:modified>
</cp:coreProperties>
</file>