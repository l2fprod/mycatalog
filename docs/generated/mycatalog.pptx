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presProps" Target="presProps.xml"/><Relationship Id="rId281" Type="http://schemas.openxmlformats.org/officeDocument/2006/relationships/viewProps" Target="viewProps.xml"/><Relationship Id="rId282" Type="http://schemas.openxmlformats.org/officeDocument/2006/relationships/theme" Target="theme/theme1.xml"/><Relationship Id="rId28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5/30/2026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5/30/2026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5/30/2026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May 30,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**913 physical qubits** on six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Network-verified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cluster management. Planning, Monitoring, and Troubleshooting capabilities delivered through 50 specialized tools across 11 PowerHA management domains. Available in Starter, Professional, and Enterprise tiers (IBM-approved).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(Starter tier) is a native Watsonx Orchestrate agent that automates and simplifies IBM PowerHA SystemMirror cluster management on AIX and VIOS. The agent provides 50 specialized tools delivering Planning, Monitoring, and Troubleshooting capabilities across 11 PowerHA management domains, including cluster operations, deployment, and disaster recovery diagnostics. Additional domain coverage (VMRM, IBM i, AIX, Power11) is on the Enterprise tier roadmap.</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The agent diagnoses complex cluster problems using AI-driven analysis of logs, configurations, and system state across CAA, RSCT, and PowerHA components. It also covers Geographic Logical Volume Manager (GLVM) and Geographic Resource Shifting (GRS) for cross-site replication and failover.</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ZIEMACS AI Copilot for PowerHA is available in three IBM-approved tiers: Starter (this catalog listing, 2 clusters with 4 nodes each), Professional (5 clusters with 8 nodes each, adds Migration capability and enterprise integrations), and Enterprise (unlimited clusters, full DR/GRS/GLVM, multi-agent A2A topology in development). Built by ZIEMACS AI, an IBM Partner Plus Silver Build partner, and powered by the ZIEMACS AGENT SDK.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278</Slides>
  <Notes>0</Notes>
  <HiddenSlides>0</HiddenSlides>
  <MMClips>0</MMClips>
  <ScaleCrop>false</ScaleCrop>
  <HeadingPairs>
    <vt:vector size="4" baseType="variant">
      <vt:variant>
        <vt:lpstr>Theme</vt:lpstr>
      </vt:variant>
      <vt:variant>
        <vt:i4>1</vt:i4>
      </vt:variant>
      <vt:variant>
        <vt:lpstr>Slide Titles</vt:lpstr>
      </vt:variant>
      <vt:variant>
        <vt:i4>278</vt:i4>
      </vt:variant>
    </vt:vector>
  </HeadingPairs>
  <TitlesOfParts>
    <vt:vector size="27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2026-05-30T00:29:50Z</dcterms:created>
  <dcterms:modified xsi:type="dcterms:W3CDTF">2026-05-30T00:29:50Z</dcterms:modified>
</cp:coreProperties>
</file>