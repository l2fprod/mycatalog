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presProps" Target="presProps.xml"/><Relationship Id="rId273" Type="http://schemas.openxmlformats.org/officeDocument/2006/relationships/viewProps" Target="viewProps.xml"/><Relationship Id="rId274" Type="http://schemas.openxmlformats.org/officeDocument/2006/relationships/theme" Target="theme/theme1.xml"/><Relationship Id="rId27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4/7/2026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4/7/2026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4/7/2026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April 07,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
            </a:r>
          </a:p>
          <a:p>
            <a:r>
              <a:rPr lang="en-US" sz="1800" dirty="0" smtClean="0"/>
              <a:t>Before deploying the Elastio IBCloud Object Storage - IBM Cloud</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cluster management agent for IBM PowerHA. Automates deployment, monitoring, troubleshooting, and disaster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an AI-powered multi-agent system designed to automate and simplify IBM PowerHA SystemMirror cluster management on AIX and VIOS.</a:t>
            </a:r>
          </a:p>
          <a:p>
            <a:r>
              <a:rPr lang="en-US" sz="1800" dirty="0" smtClean="0"/>
              <a:t/>
            </a:r>
          </a:p>
          <a:p>
            <a:r>
              <a:rPr lang="en-US" sz="1800" dirty="0" smtClean="0"/>
              <a:t>CMA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
            </a:r>
          </a:p>
          <a:p>
            <a:r>
              <a:rPr lang="en-US" sz="1800" dirty="0" smtClean="0"/>
              <a:t>The system diagnoses complex cluster problems using AI-driven analysis of logs, configurations, and system state across CAA, RSCT, and PowerHA components. It also manages Geographic Logical Volume Manager (GLVM) and Geographic Resource Shifting (GRS) for cross-site replication and failover.</a:t>
            </a:r>
          </a:p>
          <a:p>
            <a:r>
              <a:rPr lang="en-US" sz="1800" dirty="0" smtClean="0"/>
              <a:t/>
            </a:r>
          </a:p>
          <a:p>
            <a:r>
              <a:rPr lang="en-US" sz="1800" dirty="0" smtClean="0"/>
              <a:t>Key benefits include closing the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PowerHA SystemMirror is the first supported platform, with Kubernetes, Pacemaker, OpenShift, and Oracle RAC planned for future releases.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270</Slides>
  <Notes>0</Notes>
  <HiddenSlides>0</HiddenSlides>
  <MMClips>0</MMClips>
  <ScaleCrop>false</ScaleCrop>
  <HeadingPairs>
    <vt:vector size="4" baseType="variant">
      <vt:variant>
        <vt:lpstr>Theme</vt:lpstr>
      </vt:variant>
      <vt:variant>
        <vt:i4>1</vt:i4>
      </vt:variant>
      <vt:variant>
        <vt:lpstr>Slide Titles</vt:lpstr>
      </vt:variant>
      <vt:variant>
        <vt:i4>270</vt:i4>
      </vt:variant>
    </vt:vector>
  </HeadingPairs>
  <TitlesOfParts>
    <vt:vector size="271"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2026-04-07T00:16:32Z</dcterms:created>
  <dcterms:modified xsi:type="dcterms:W3CDTF">2026-04-07T00:16:32Z</dcterms:modified>
</cp:coreProperties>
</file>