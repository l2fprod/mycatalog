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presProps" Target="presProps.xml"/><Relationship Id="rId274" Type="http://schemas.openxmlformats.org/officeDocument/2006/relationships/viewProps" Target="viewProps.xml"/><Relationship Id="rId275" Type="http://schemas.openxmlformats.org/officeDocument/2006/relationships/theme" Target="theme/theme1.xml"/><Relationship Id="rId27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4/24/2026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April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Persistent Memory Volumes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Ricoh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cluster management agent for IBM PowerHA. Automates deployment, monitoring, troubleshooting, and disaster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an AI-powered multi-agent system designed to automate and simplify IBM PowerHA SystemMirror cluster management on AIX and VIOS.ZIEMACS AI Copilot for PowerHA is an AI-powered multi-agent system designed to automate and simplify IBM PowerHA SystemMirror cluster management on AIX and VIOS.</a:t>
            </a:r>
          </a:p>
          <a:p>
            <a:r>
              <a:rPr lang="en-US" sz="1800" dirty="0" smtClean="0"/>
              <a:t/>
            </a:r>
          </a:p>
          <a:p>
            <a:r>
              <a:rPr lang="en-US" sz="1800" dirty="0" smtClean="0"/>
              <a:t>ZIEMACS AI Copilot provides intelligent automation for cluster deployment, configuration, monitoring, and maintenance tasks that traditionally require deep specialist knowledge. It continuously monitors cluster health, detects anomalies, and recommends or executes remediation actions before issues impact availability.</a:t>
            </a:r>
          </a:p>
          <a:p>
            <a:r>
              <a:rPr lang="en-US" sz="1800" dirty="0" smtClean="0"/>
              <a:t/>
            </a:r>
          </a:p>
          <a:p>
            <a:r>
              <a:rPr lang="en-US" sz="1800" dirty="0" smtClean="0"/>
              <a:t>The system diagnoses complex cluster problems using AI-driven analysis of logs, configurations, and system state across CAA, RSCT, and PowerHA components. It also manages Geographic Logical Volume Manager (GLVM) and Geographic Resource Shifting (GRS) for cross-site replication and failover.</a:t>
            </a:r>
          </a:p>
          <a:p>
            <a:r>
              <a:rPr lang="en-US" sz="1800" dirty="0" smtClean="0"/>
              <a:t/>
            </a:r>
          </a:p>
          <a:p>
            <a:r>
              <a:rPr lang="en-US" sz="1800" dirty="0" smtClean="0"/>
              <a:t>Key benefits include closing the skills gap with 24/7 AI expertise, reducing human error through standardized operations, and accelerating response times from hours to minutes. Enterprise-ready features include human-in-the-loop approvals for high-risk operations, comprehensive audit logging, and role-based access control.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271</Slides>
  <Notes>0</Notes>
  <HiddenSlides>0</HiddenSlides>
  <MMClips>0</MMClips>
  <ScaleCrop>false</ScaleCrop>
  <HeadingPairs>
    <vt:vector size="4" baseType="variant">
      <vt:variant>
        <vt:lpstr>Theme</vt:lpstr>
      </vt:variant>
      <vt:variant>
        <vt:i4>1</vt:i4>
      </vt:variant>
      <vt:variant>
        <vt:lpstr>Slide Titles</vt:lpstr>
      </vt:variant>
      <vt:variant>
        <vt:i4>271</vt:i4>
      </vt:variant>
    </vt:vector>
  </HeadingPairs>
  <TitlesOfParts>
    <vt:vector size="272"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2026-04-24T12:35:12Z</dcterms:created>
  <dcterms:modified xsi:type="dcterms:W3CDTF">2026-04-24T12:35:12Z</dcterms:modified>
</cp:coreProperties>
</file>