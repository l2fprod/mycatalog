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presProps" Target="presProps.xml"/><Relationship Id="rId265" Type="http://schemas.openxmlformats.org/officeDocument/2006/relationships/viewProps" Target="viewProps.xml"/><Relationship Id="rId266" Type="http://schemas.openxmlformats.org/officeDocument/2006/relationships/theme" Target="theme/theme1.xml"/><Relationship Id="rId267"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January 02,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Anycloud Backup for 365 is a partner-ready SaaS offering of data protection and is created to safely backup data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is a SaaS-based backup and recovery solution designed to secure data across Microsoft 365. The service covers Exchange Online, OneDrive for Business, SharePoint, and Teams, ensuring safe storage, simple restore, and long-term compliance. It is built for both end-users and enterprises that require reliable protection and fast recovery, with storage hosted in IBM Cloud data centers worldwide.</a:t>
            </a:r>
          </a:p>
          <a:p>
            <a:r>
              <a:rPr lang="en-US" sz="1800" dirty="0" smtClean="0"/>
              <a:t/>
            </a:r>
          </a:p>
          <a:p>
            <a:r>
              <a:rPr lang="en-US" sz="1800" dirty="0" smtClean="0"/>
              <a:t/>
            </a:r>
          </a:p>
          <a:p>
            <a:r>
              <a:rPr lang="en-US" sz="1800" dirty="0" smtClean="0"/>
              <a:t>USER-FRIENDLY PORTAL</a:t>
            </a:r>
          </a:p>
          <a:p>
            <a:r>
              <a:rPr lang="en-US" sz="1800" dirty="0" smtClean="0"/>
              <a:t>The solution is operated through an intuitive web portal that enables:</a:t>
            </a:r>
          </a:p>
          <a:p>
            <a:r>
              <a:rPr lang="en-US" sz="1800" dirty="0" smtClean="0"/>
              <a:t>• Central management of organizational data and scheduling of backup jobs</a:t>
            </a:r>
          </a:p>
          <a:p>
            <a:r>
              <a:rPr lang="en-US" sz="1800" dirty="0" smtClean="0"/>
              <a:t>• Definition of retention policies from 1 year up to 25 years, all with unlimited storage under fair usage</a:t>
            </a:r>
          </a:p>
          <a:p>
            <a:r>
              <a:rPr lang="en-US" sz="1800" dirty="0" smtClean="0"/>
              <a:t>• Self-service restore of emails and OneDrive data for end-users</a:t>
            </a:r>
          </a:p>
          <a:p>
            <a:r>
              <a:rPr lang="en-US" sz="1800" dirty="0" smtClean="0"/>
              <a:t>• Full restore options for administrators, including single files, entire folders, or whole sites</a:t>
            </a:r>
          </a:p>
          <a:p>
            <a:r>
              <a:rPr lang="en-US" sz="1800" dirty="0" smtClean="0"/>
              <a:t/>
            </a:r>
          </a:p>
          <a:p>
            <a:r>
              <a:rPr lang="en-US" sz="1800" dirty="0" smtClean="0"/>
              <a:t/>
            </a:r>
          </a:p>
          <a:p>
            <a:r>
              <a:rPr lang="en-US" sz="1800" dirty="0" smtClean="0"/>
              <a:t>KEY BENEFITS</a:t>
            </a:r>
          </a:p>
          <a:p>
            <a:r>
              <a:rPr lang="en-US" sz="1800" dirty="0" smtClean="0"/>
              <a:t>• Cloud-to-cloud backup with complete segregation from Microsoft 365</a:t>
            </a:r>
          </a:p>
          <a:p>
            <a:r>
              <a:rPr lang="en-US" sz="1800" dirty="0" smtClean="0"/>
              <a:t>• Compliance-ready for all industries including finance and public sector</a:t>
            </a:r>
          </a:p>
          <a:p>
            <a:r>
              <a:rPr lang="en-US" sz="1800" dirty="0" smtClean="0"/>
              <a:t>• Data resilience with geographical redundancy across IBM Cloud Tier-3+ data centers</a:t>
            </a:r>
          </a:p>
          <a:p>
            <a:r>
              <a:rPr lang="en-US" sz="1800" dirty="0" smtClean="0"/>
              <a:t>• Simple onboarding and automated daily backups with configurable RPO and RTO</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Data protection and compliance are core to Anycloud Backup for 365. Backups are encrypted with AES-256 in transit and at rest, and data locality remains fixed once chosen by the customer. The service fully supports GDPR, including the right-to-be-forgotten, and provides a complete audit trail of activities. All IBM data centers used are certified for ISO 27001, ISO 27017, ISO 27018, and SOC reports, ensuring maximum trust and security.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up to 25 years with unlimited storage under fair usage</a:t>
            </a:r>
          </a:p>
          <a:p>
            <a:r>
              <a:rPr lang="en-US" sz="1800" dirty="0" smtClean="0"/>
              <a:t>• GDPR-compliant with right-to-be-forgotten support</a:t>
            </a:r>
          </a:p>
          <a:p>
            <a:r>
              <a:rPr lang="en-US" sz="1800" dirty="0" smtClean="0"/>
              <a:t>• Automated backup scheduling and fast restore workflows</a:t>
            </a:r>
          </a:p>
          <a:p>
            <a:r>
              <a:rPr lang="en-US" sz="1800" dirty="0" smtClean="0"/>
              <a:t>• Hosted in 16+ IBM Cloud data centers worldwide</a:t>
            </a:r>
          </a:p>
          <a:p>
            <a:r>
              <a:rPr lang="en-US" sz="1800" dirty="0" smtClean="0"/>
              <a:t/>
            </a:r>
          </a:p>
          <a:p>
            <a:r>
              <a:rPr lang="en-US" sz="1800" dirty="0" smtClean="0"/>
              <a:t/>
            </a:r>
          </a:p>
          <a:p>
            <a:r>
              <a:rPr lang="en-US" sz="1800" dirty="0" smtClean="0"/>
              <a:t>BETTER TOGETHER</a:t>
            </a:r>
          </a:p>
          <a:p>
            <a:r>
              <a:rPr lang="en-US" sz="1800" dirty="0" smtClean="0"/>
              <a:t>Anycloud Backup for 365 protects business-critical data across Exchange, SharePoint, OneDrive, and Teams. Anycloud Backup for Entra ID secures the identity layer with protection of users, groups, roles, and access policies. Together, they deliver full coverage of both data and identity, ensuring resilience, compliance, and rapid recovery in case of cyberattacks, misconfiguration, or accidental deletion. By combining the two services, organizations achieve a unified and future-proof protection strategy for their entire Microsoft 365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bundle for Microsoft 365 and Entra ID with fast restore, identity dashboards, and GDPR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 Entra ID bundle combines protection of Microsoft 365 data with security for Microsoft Entra ID identities. The solution unites Anycloud Backup for 365 and Anycloud Backup for Entra ID into one offering, delivering complete cloud-to-cloud backup of both business-critical content and identity objects. Data and identities are stored securely in IBM Cloud datacenters worldwide, with compliance, resilience, and fast restore at the core.</a:t>
            </a:r>
          </a:p>
          <a:p>
            <a:r>
              <a:rPr lang="en-US" sz="1800" dirty="0" smtClean="0"/>
              <a:t/>
            </a:r>
          </a:p>
          <a:p>
            <a:r>
              <a:rPr lang="en-US" sz="1800" dirty="0" smtClean="0"/>
              <a:t/>
            </a:r>
          </a:p>
          <a:p>
            <a:r>
              <a:rPr lang="en-US" sz="1800" dirty="0" smtClean="0"/>
              <a:t>USER-FRIENDLY PORTALS</a:t>
            </a:r>
          </a:p>
          <a:p>
            <a:r>
              <a:rPr lang="en-US" sz="1800" dirty="0" smtClean="0"/>
              <a:t>The bundle is operated through intuitive web portals:</a:t>
            </a:r>
          </a:p>
          <a:p>
            <a:r>
              <a:rPr lang="en-US" sz="1800" dirty="0" smtClean="0"/>
              <a:t/>
            </a:r>
          </a:p>
          <a:p>
            <a:r>
              <a:rPr lang="en-US" sz="1800" dirty="0" smtClean="0"/>
              <a:t>• Management Portal for scheduling backups, defining retention policies, and managing both data and identity backups</a:t>
            </a:r>
          </a:p>
          <a:p>
            <a:r>
              <a:rPr lang="en-US" sz="1800" dirty="0" smtClean="0"/>
              <a:t>• Self-Service Restore Portal for end-users to recover emails and OneDrive data</a:t>
            </a:r>
          </a:p>
          <a:p>
            <a:r>
              <a:rPr lang="en-US" sz="1800" dirty="0" smtClean="0"/>
              <a:t>• Restore Portals for administrators to restore Microsoft 365 content and Entra ID identity objects such as users, groups, roles, and conditional access policies</a:t>
            </a:r>
          </a:p>
          <a:p>
            <a:r>
              <a:rPr lang="en-US" sz="1800" dirty="0" smtClean="0"/>
              <a:t/>
            </a:r>
          </a:p>
          <a:p>
            <a:r>
              <a:rPr lang="en-US" sz="1800" dirty="0" smtClean="0"/>
              <a:t/>
            </a:r>
          </a:p>
          <a:p>
            <a:r>
              <a:rPr lang="en-US" sz="1800" dirty="0" smtClean="0"/>
              <a:t>KEY BENEFITS</a:t>
            </a:r>
          </a:p>
          <a:p>
            <a:r>
              <a:rPr lang="en-US" sz="1800" dirty="0" smtClean="0"/>
              <a:t/>
            </a:r>
          </a:p>
          <a:p>
            <a:r>
              <a:rPr lang="en-US" sz="1800" dirty="0" smtClean="0"/>
              <a:t>• One combined service covering both Microsoft 365 content and Entra ID identity infrastructure</a:t>
            </a:r>
          </a:p>
          <a:p>
            <a:r>
              <a:rPr lang="en-US" sz="1800" dirty="0" smtClean="0"/>
              <a:t>• Cloud-to-cloud backup with segregation from Microsoft ensuring independence and resilience</a:t>
            </a:r>
          </a:p>
          <a:p>
            <a:r>
              <a:rPr lang="en-US" sz="1800" dirty="0" smtClean="0"/>
              <a:t>• Fast restore of files, folders, mailboxes, and identity objects to minimize downtime</a:t>
            </a:r>
          </a:p>
          <a:p>
            <a:r>
              <a:rPr lang="en-US" sz="1800" dirty="0" smtClean="0"/>
              <a:t>• Geographical redundancy across IBM Cloud Tier-3+ datacenters with global data locality options</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bundle is designed to meet strict compliance and security requirements. Data is encrypted with AES-256 in transit and at rest, with fixed storage locality once selected. Both services fully support GDPR, including right-to-be-forgotten, and provide complete audit trails. IBM Cloud datacenters are ISO 27001, ISO 27017, ISO 27018, and SOC certified.</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from 1 year up to 25 years with unlimited storage under fair usage</a:t>
            </a:r>
          </a:p>
          <a:p>
            <a:r>
              <a:rPr lang="en-US" sz="1800" dirty="0" smtClean="0"/>
              <a:t>• GDPR compliance including right-to-be-forgotten and support for industry regulatory standards</a:t>
            </a:r>
          </a:p>
          <a:p>
            <a:r>
              <a:rPr lang="en-US" sz="1800" dirty="0" smtClean="0"/>
              <a:t>• Automated backup jobs configured to meet customer RTO and RPO targets</a:t>
            </a:r>
          </a:p>
          <a:p>
            <a:r>
              <a:rPr lang="en-US" sz="1800" dirty="0" smtClean="0"/>
              <a:t>• Hosted in 16+ IBM Cloud datacenters worldwide</a:t>
            </a:r>
          </a:p>
          <a:p>
            <a:r>
              <a:rPr lang="en-US" sz="1800" dirty="0" smtClean="0"/>
              <a:t>• Unified bundle license covering both data and identity protection</a:t>
            </a:r>
          </a:p>
          <a:p>
            <a:r>
              <a:rPr lang="en-US" sz="1800" dirty="0" smtClean="0"/>
              <a:t/>
            </a:r>
          </a:p>
          <a:p>
            <a:r>
              <a:rPr lang="en-US" sz="1800" dirty="0" smtClean="0"/>
              <a:t/>
            </a:r>
          </a:p>
          <a:p>
            <a:r>
              <a:rPr lang="en-US" sz="1800" dirty="0" smtClean="0"/>
              <a:t>BETTER TOGETHER</a:t>
            </a:r>
          </a:p>
          <a:p>
            <a:r>
              <a:rPr lang="en-US" sz="1800" dirty="0" smtClean="0"/>
              <a:t>Microsoft 365 is only fully protected when both data and identity are secured. By combining Anycloud Backup for 365 and Anycloud Backup for Entra ID, organizations close the gap between content loss and identity compromise. The bundle ensures that emails, files, and Teams data can be restored alongside critical identity objects such as users, groups, and access policies. This integrated protection reduces downtime, ensures compliance, and provides a future-proof safeguard for the entire Microsoft 365 environment.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backup for Microsoft Entra ID with fast recovery, compliance dashboards, and identity protection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Entra ID is a SaaS solution designed to secure Microsoft Entra ID (formerly Azure Active Directory). The service protects identity objects such as users, groups, roles, applications, and conditional access policies against misconfiguration, deletion, and cyberthreats. Backup data is stored securely in IBM Cloud datacenters worldwide, ensuring compliance, resilience, and fast restore.</a:t>
            </a:r>
          </a:p>
          <a:p>
            <a:r>
              <a:rPr lang="en-US" sz="1800" dirty="0" smtClean="0"/>
              <a:t/>
            </a:r>
          </a:p>
          <a:p>
            <a:r>
              <a:rPr lang="en-US" sz="1800" dirty="0" smtClean="0"/>
              <a:t/>
            </a:r>
          </a:p>
          <a:p>
            <a:r>
              <a:rPr lang="en-US" sz="1800" dirty="0" smtClean="0"/>
              <a:t>USER-FRIENDLY PORTAL</a:t>
            </a:r>
          </a:p>
          <a:p>
            <a:r>
              <a:rPr lang="en-US" sz="1800" dirty="0" smtClean="0"/>
              <a:t>The solution is managed through an intuitive web portal that enables administrators to:</a:t>
            </a:r>
          </a:p>
          <a:p>
            <a:r>
              <a:rPr lang="en-US" sz="1800" dirty="0" smtClean="0"/>
              <a:t>• Configure and monitor backup jobs with customizable retention policies</a:t>
            </a:r>
          </a:p>
          <a:p>
            <a:r>
              <a:rPr lang="en-US" sz="1800" dirty="0" smtClean="0"/>
              <a:t>• Restore Entra ID objects such as users, groups, applications, and roles</a:t>
            </a:r>
          </a:p>
          <a:p>
            <a:r>
              <a:rPr lang="en-US" sz="1800" dirty="0" smtClean="0"/>
              <a:t>• Access dashboards with identity security scores and personalized recommendations</a:t>
            </a:r>
          </a:p>
          <a:p>
            <a:r>
              <a:rPr lang="en-US" sz="1800" dirty="0" smtClean="0"/>
              <a:t>• Review a full audit trail of sign-ins, role changes, and policy modifications</a:t>
            </a:r>
          </a:p>
          <a:p>
            <a:r>
              <a:rPr lang="en-US" sz="1800" dirty="0" smtClean="0"/>
              <a:t/>
            </a:r>
          </a:p>
          <a:p>
            <a:r>
              <a:rPr lang="en-US" sz="1800" dirty="0" smtClean="0"/>
              <a:t/>
            </a:r>
          </a:p>
          <a:p>
            <a:r>
              <a:rPr lang="en-US" sz="1800" dirty="0" smtClean="0"/>
              <a:t>KEY BENEFITS</a:t>
            </a:r>
          </a:p>
          <a:p>
            <a:r>
              <a:rPr lang="en-US" sz="1800" dirty="0" smtClean="0"/>
              <a:t>• Purpose-built SaaS backup for Microsoft Entra ID identities and configurations</a:t>
            </a:r>
          </a:p>
          <a:p>
            <a:r>
              <a:rPr lang="en-US" sz="1800" dirty="0" smtClean="0"/>
              <a:t>• Protection against cyberattacks, insider threats, and accidental deletion</a:t>
            </a:r>
          </a:p>
          <a:p>
            <a:r>
              <a:rPr lang="en-US" sz="1800" dirty="0" smtClean="0"/>
              <a:t>• Security dashboards providing visibility and governance insights</a:t>
            </a:r>
          </a:p>
          <a:p>
            <a:r>
              <a:rPr lang="en-US" sz="1800" dirty="0" smtClean="0"/>
              <a:t>• GDPR compliance including right-to-be-forgotten support</a:t>
            </a:r>
          </a:p>
          <a:p>
            <a:r>
              <a:rPr lang="en-US" sz="1800" dirty="0" smtClean="0"/>
              <a:t>• Fast, object-level restore of identities, groups, and policies</a:t>
            </a:r>
          </a:p>
          <a:p>
            <a:r>
              <a:rPr lang="en-US" sz="1800" dirty="0" smtClean="0"/>
              <a:t>• Hosted in IBM Cloud Tier-3+ datacenters with global data locality options</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service ensures data confidentiality and compliance with industry standards. Backup data is encrypted with AES-256 in transit and at rest, with immutable storage preventing unauthorized deletion or tampering. Customers can select their preferred IBM Cloud region for data locality. The service supports GDPR and other regulatory frameworks, with audit-ready reporting and “right-to-be-forgotten” functionality.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Flexible retention from 1 day to unlimited</a:t>
            </a:r>
          </a:p>
          <a:p>
            <a:r>
              <a:rPr lang="en-US" sz="1800" dirty="0" smtClean="0"/>
              <a:t>• Immutable backup storage with segregation of duties</a:t>
            </a:r>
          </a:p>
          <a:p>
            <a:r>
              <a:rPr lang="en-US" sz="1800" dirty="0" smtClean="0"/>
              <a:t>• Automated incremental backups with minimal API throttling</a:t>
            </a:r>
          </a:p>
          <a:p>
            <a:r>
              <a:rPr lang="en-US" sz="1800" dirty="0" smtClean="0"/>
              <a:t>• Identity dashboards with live security scoring and recommendations</a:t>
            </a:r>
          </a:p>
          <a:p>
            <a:r>
              <a:rPr lang="en-US" sz="1800" dirty="0" smtClean="0"/>
              <a:t>• Hosted in 16+ IBM Cloud datacenters worldwide</a:t>
            </a:r>
          </a:p>
          <a:p>
            <a:r>
              <a:rPr lang="en-US" sz="1800" dirty="0" smtClean="0"/>
              <a:t/>
            </a:r>
          </a:p>
          <a:p>
            <a:r>
              <a:rPr lang="en-US" sz="1800" dirty="0" smtClean="0"/>
              <a:t/>
            </a:r>
          </a:p>
          <a:p>
            <a:r>
              <a:rPr lang="en-US" sz="1800" dirty="0" smtClean="0"/>
              <a:t>BETTER TOGETHER</a:t>
            </a:r>
          </a:p>
          <a:p>
            <a:r>
              <a:rPr lang="en-US" sz="1800" dirty="0" smtClean="0"/>
              <a:t>While Anycloud Backup for Entra ID provides complete protection of the identity layer, it becomes even more powerful when combined with Anycloud Backup for 365. Together, the services deliver unified protection of both Microsoft 365 content and Entra ID identities, ensuring end-to-end security, compliance, and resilience across the entire Microsoft cloud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Cobalt Iron - 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and Lite-tier provisioning is temporarily unavailable. For any concerns please contact wgyure@us.ibm.com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services that consolidate and orchestrate data protection operations across multiple backup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FalconStor’s Habanero Data Protection Services are fully managed hybrid or cloud services that consolidate and orchestrate data protection operations across multiple backup applications and environments, delivered with IBM Cloud and IBM Cloud Object Storage (COS). Powered by StorSafe and integrated with IBM Power Virtual Server, Habanero optimizes and modernizes enterprise data protection while meeting compliance, security, and ransomware recovery requirements.</a:t>
            </a:r>
          </a:p>
          <a:p>
            <a:r>
              <a:rPr lang="en-US" sz="1800" dirty="0" smtClean="0"/>
              <a:t>FalconStor Habanero provides COS for long-term backup and archive of data. This turnkey solution managed by FalconStor makes adoption of object storage for all your backup and archive needs easy and cost effective.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 Managed on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managed IBM i server instance on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i Managed on Power Virtual Server (PowerVS) is a cloud offering where IBM hosts and manages IBM i LPARs (Virtual Servers) on IBM Cloud. This offering extends the existing IaaS based PowerVS on IBM Cloud offering, to one where IBM Cloud will monitor and manage IBM i LPARs and associated infrastructure (network, memory, storage), apply fixes and updates to the IBM i operating system, and manage the applicable security and private controls.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IBM Storage Protect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IBM Storage Protect for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IBM Storage Protect for PowerVS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https://cloud.ibm.com/catalog/services/expert-labs-storage-protect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SAP HANA Starter Edition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SAP HANA Starter Edition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SAP HANA Starter Edition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https://cloud.ibm.com/catalog/services/expert-labs-sap-hana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Migrate Workloads to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Migrate Workloads to IBM Power Virtual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Migrate Workloads to IBM Power Virtual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https://cloud.ibm.com/catalog/services/expert-labs-migrate-powervs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262</Slides>
  <Notes>0</Notes>
  <HiddenSlides>0</HiddenSlides>
  <MMClips>0</MMClips>
  <ScaleCrop>false</ScaleCrop>
  <HeadingPairs>
    <vt:vector size="4" baseType="variant">
      <vt:variant>
        <vt:lpstr>Theme</vt:lpstr>
      </vt:variant>
      <vt:variant>
        <vt:i4>1</vt:i4>
      </vt:variant>
      <vt:variant>
        <vt:lpstr>Slide Titles</vt:lpstr>
      </vt:variant>
      <vt:variant>
        <vt:i4>262</vt:i4>
      </vt:variant>
    </vt:vector>
  </HeadingPairs>
  <TitlesOfParts>
    <vt:vector size="263"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2026-01-02T00:09:57Z</dcterms:created>
  <dcterms:modified xsi:type="dcterms:W3CDTF">2026-01-02T00:09:57Z</dcterms:modified>
</cp:coreProperties>
</file>