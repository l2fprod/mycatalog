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presProps" Target="presProps.xml"/><Relationship Id="rId281" Type="http://schemas.openxmlformats.org/officeDocument/2006/relationships/viewProps" Target="viewProps.xml"/><Relationship Id="rId282" Type="http://schemas.openxmlformats.org/officeDocument/2006/relationships/theme" Target="theme/theme1.xml"/><Relationship Id="rId283"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6/3/2026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6/3/2026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6/3/2026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June 03,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Halo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Browser Is the New Security Perimeter. Secure It.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Halo is a Secure Every Browser (SEB) solution that protects data</a:t>
            </a:r>
          </a:p>
          <a:p>
            <a:r>
              <a:rPr lang="en-US" sz="1800" dirty="0" smtClean="0"/>
              <a:t>and web/SaaS applications on any device. No new hardware. No new browser. Just</a:t>
            </a:r>
          </a:p>
          <a:p>
            <a:r>
              <a:rPr lang="en-US" sz="1800" dirty="0" smtClean="0"/>
              <a:t>protection where work really happens. Keep working on the browser you love. Add</a:t>
            </a:r>
          </a:p>
          <a:p>
            <a:r>
              <a:rPr lang="en-US" sz="1800" dirty="0" smtClean="0"/>
              <a:t>the security you need and the control IT demands.</a:t>
            </a:r>
          </a:p>
          <a:p>
            <a:r>
              <a:rPr lang="en-US" sz="1800" dirty="0" smtClean="0"/>
              <a:t/>
            </a:r>
          </a:p>
          <a:p>
            <a:r>
              <a:rPr lang="en-US" sz="1800" dirty="0" smtClean="0"/>
              <a:t>The browser is the front door to nearly every business app and your biggest unprotected attack</a:t>
            </a:r>
          </a:p>
          <a:p>
            <a:r>
              <a:rPr lang="en-US" sz="1800" dirty="0" smtClean="0"/>
              <a:t>surface. Legacy security tools weren’t built for Cloud First, SaaS, hybrid</a:t>
            </a:r>
          </a:p>
          <a:p>
            <a:r>
              <a:rPr lang="en-US" sz="1800" dirty="0" smtClean="0"/>
              <a:t>work, BYOD, AI, and a remote workforce. Old keys don't work on new locks.</a:t>
            </a:r>
          </a:p>
          <a:p>
            <a:r>
              <a:rPr lang="en-US" sz="1800" dirty="0" smtClean="0"/>
              <a:t>Dizzion Halo secures what others can’t.</a:t>
            </a:r>
          </a:p>
          <a:p>
            <a:r>
              <a:rPr lang="en-US" sz="1800" dirty="0" smtClean="0"/>
              <a:t/>
            </a:r>
          </a:p>
          <a:p>
            <a:r>
              <a:rPr lang="en-US" sz="1800" dirty="0" smtClean="0"/>
              <a:t/>
            </a:r>
          </a:p>
          <a:p>
            <a:r>
              <a:rPr lang="en-US" sz="1800" dirty="0" smtClean="0"/>
              <a:t>For pricing, visit https://dizzion.com/pricing</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https://cloud.ibm.com/catalog/services/dizzion-halo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Swarm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HNDL defense on real quantum hardware. 6 tools: crypto discovery, risk scoring, NIST PQC audit, ML-KEM, ML-DSA &amp; canary monitoring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What is Quantum Swarm?</a:t>
            </a:r>
          </a:p>
          <a:p>
            <a:r>
              <a:rPr lang="en-US" sz="1800" dirty="0" smtClean="0"/>
              <a:t/>
            </a:r>
          </a:p>
          <a:p>
            <a:r>
              <a:rPr lang="en-US" sz="1800" dirty="0" smtClean="0"/>
              <a:t>**Quantum Swarm** is the *enterprise's first-line defense* against the most dangerous cryptographic threat active today: **Harvest Now, Decrypt Later (HNDL).** Nation-state adversaries are *already* intercepting and stockpiling your encrypted traffic, banking on quantum computers breaking **RSA** and **ECC** within the next **3–9 years.** Quantum Swarm gives your CISO team a **6-step, 6-tool workflow** to discover what is exposed, score the risk, audit compliance, migrate to quantum-safe standards, and monitor for quantum breakthroughs — *all through a single watsonx Orchestrate agent running on real quantum hardware.*</a:t>
            </a:r>
          </a:p>
          <a:p>
            <a:r>
              <a:rPr lang="en-US" sz="1800" dirty="0" smtClean="0"/>
              <a:t/>
            </a:r>
          </a:p>
          <a:p>
            <a:r>
              <a:rPr lang="en-US" sz="1800" dirty="0" smtClean="0"/>
              <a:t>&gt; Every assessment executes across **913 physical qubits** on six **IBM Quantum Heron** processors. **90% of workloads** are GPU-accelerated at *zero extra cost.* These are not simulations — these are **production quantum circuits executing today.**</a:t>
            </a:r>
          </a:p>
          <a:p>
            <a:r>
              <a:rPr lang="en-US" sz="1800" dirty="0" smtClean="0"/>
              <a:t/>
            </a:r>
          </a:p>
          <a:p>
            <a:r>
              <a:rPr lang="en-US" sz="1800" dirty="0" smtClean="0"/>
              <a:t>---</a:t>
            </a:r>
          </a:p>
          <a:p>
            <a:r>
              <a:rPr lang="en-US" sz="1800" dirty="0" smtClean="0"/>
              <a:t/>
            </a:r>
          </a:p>
          <a:p>
            <a:r>
              <a:rPr lang="en-US" sz="1800" dirty="0" smtClean="0"/>
              <a:t>## The Threat Is Active — Not Theoretical</a:t>
            </a:r>
          </a:p>
          <a:p>
            <a:r>
              <a:rPr lang="en-US" sz="1800" dirty="0" smtClean="0"/>
              <a:t/>
            </a:r>
          </a:p>
          <a:p>
            <a:r>
              <a:rPr lang="en-US" sz="1800" dirty="0" smtClean="0"/>
              <a:t>*Every file, communication, and transaction your organization encrypted in the last decade is already a target.* The attack requires no quantum computer today — only storage. The decryption happens later, when the hardware arrives.</a:t>
            </a:r>
          </a:p>
          <a:p>
            <a:r>
              <a:rPr lang="en-US" sz="1800" dirty="0" smtClean="0"/>
              <a:t/>
            </a:r>
          </a:p>
          <a:p>
            <a:r>
              <a:rPr lang="en-US" sz="1800" dirty="0" smtClean="0"/>
              <a:t>The U.S. government has already responded:</a:t>
            </a:r>
          </a:p>
          <a:p>
            <a:r>
              <a:rPr lang="en-US" sz="1800" dirty="0" smtClean="0"/>
              <a:t/>
            </a:r>
          </a:p>
          <a:p>
            <a:r>
              <a:rPr lang="en-US" sz="1800" dirty="0" smtClean="0"/>
              <a:t>- 🟡 **NIST FIPS 203** (ML-KEM) — *quantum-safe key exchange, finalized 2024*</a:t>
            </a:r>
          </a:p>
          <a:p>
            <a:r>
              <a:rPr lang="en-US" sz="1800" dirty="0" smtClean="0"/>
              <a:t>- 🟡 **NIST FIPS 204** (ML-DSA) — *quantum-safe digital signatures, finalized 2024*</a:t>
            </a:r>
          </a:p>
          <a:p>
            <a:r>
              <a:rPr lang="en-US" sz="1800" dirty="0" smtClean="0"/>
              <a:t>- 🟡 **NIST FIPS 205** (SLH-DSA) — *hash-based signatures, finalized 2024*</a:t>
            </a:r>
          </a:p>
          <a:p>
            <a:r>
              <a:rPr lang="en-US" sz="1800" dirty="0" smtClean="0"/>
              <a:t/>
            </a:r>
          </a:p>
          <a:p>
            <a:r>
              <a:rPr lang="en-US" sz="1800" dirty="0" smtClean="0"/>
              <a:t>Federal agencies must complete migration by **2030.** Regulated industries face the same timeline. **Every month of delay is measurable exposure.**</a:t>
            </a:r>
          </a:p>
          <a:p>
            <a:r>
              <a:rPr lang="en-US" sz="1800" dirty="0" smtClean="0"/>
              <a:t/>
            </a:r>
          </a:p>
          <a:p>
            <a:r>
              <a:rPr lang="en-US" sz="1800" dirty="0" smtClean="0"/>
              <a:t>---</a:t>
            </a:r>
          </a:p>
          <a:p>
            <a:r>
              <a:rPr lang="en-US" sz="1800" dirty="0" smtClean="0"/>
              <a:t/>
            </a:r>
          </a:p>
          <a:p>
            <a:r>
              <a:rPr lang="en-US" sz="1800" dirty="0" smtClean="0"/>
              <a:t>## Six Purpose-Built Tools — One Agent, Zero Gaps</a:t>
            </a:r>
          </a:p>
          <a:p>
            <a:r>
              <a:rPr lang="en-US" sz="1800" dirty="0" smtClean="0"/>
              <a:t/>
            </a:r>
          </a:p>
          <a:p>
            <a:r>
              <a:rPr lang="en-US" sz="1800" dirty="0" smtClean="0"/>
              <a:t>**① Crypto Discovery** *(free at all tiers)* — `hndl_crypto_discovery` scans enterprise endpoints for quantum-vulnerable TLS certificates, SSH keys, code signing certs, and cipher suites. Returns a full HNDL exposure inventory. *Run this first — before any other step.*</a:t>
            </a:r>
          </a:p>
          <a:p>
            <a:r>
              <a:rPr lang="en-US" sz="1800" dirty="0" smtClean="0"/>
              <a:t/>
            </a:r>
          </a:p>
          <a:p>
            <a:r>
              <a:rPr lang="en-US" sz="1800" dirty="0" smtClean="0"/>
              <a:t>**② HNDL Risk Assessment** — `hndl_risk_score` models exactly when your current encryption becomes breakable across three quantum threat scenarios: *2029 conservative, 2031 moderate, 2035 optimistic.* Every encrypted asset receives a **composite risk score** based on algorithm strength, data sensitivity, and retention period.</a:t>
            </a:r>
          </a:p>
          <a:p>
            <a:r>
              <a:rPr lang="en-US" sz="1800" dirty="0" smtClean="0"/>
              <a:t/>
            </a:r>
          </a:p>
          <a:p>
            <a:r>
              <a:rPr lang="en-US" sz="1800" dirty="0" smtClean="0"/>
              <a:t>**③ PQC Compliance Audit** — `pqc_compliance_audit` scans your cryptographic infrastructure against all three **NIST post-quantum standards** and returns a **compliance scorecard** with remediation priorities — mapped to FIPS 203, 204, and 205.</a:t>
            </a:r>
          </a:p>
          <a:p>
            <a:r>
              <a:rPr lang="en-US" sz="1800" dirty="0" smtClean="0"/>
              <a:t/>
            </a:r>
          </a:p>
          <a:p>
            <a:r>
              <a:rPr lang="en-US" sz="1800" dirty="0" smtClean="0"/>
              <a:t>**④ ML-KEM Key Exchange Migration** — `ml_kem_key_exchange` replaces vulnerable RSA and Diffie-Hellman with **CRYSTALS-Kyber** — the NIST-standardized quantum-safe key encapsulation mechanism. Supports *ML-KEM-768* and *ML-KEM-1024* security levels.</a:t>
            </a:r>
          </a:p>
          <a:p>
            <a:r>
              <a:rPr lang="en-US" sz="1800" dirty="0" smtClean="0"/>
              <a:t/>
            </a:r>
          </a:p>
          <a:p>
            <a:r>
              <a:rPr lang="en-US" sz="1800" dirty="0" smtClean="0"/>
              <a:t>**⑤ ML-DSA Digital Signature Migration** — `ml_dsa_sign` replaces RSA and ECDSA with **CRYSTALS-Dilithium** — the NIST-standardized quantum-safe signature scheme. Supports *ML-DSA-65* and *ML-DSA-87* security levels.</a:t>
            </a:r>
          </a:p>
          <a:p>
            <a:r>
              <a:rPr lang="en-US" sz="1800" dirty="0" smtClean="0"/>
              <a:t/>
            </a:r>
          </a:p>
          <a:p>
            <a:r>
              <a:rPr lang="en-US" sz="1800" dirty="0" smtClean="0"/>
              <a:t>**⑥ Quantum Canary Monitor** *(the early warning layer no classical tool can provide)* — Five **ECDSA challenge wallets** at escalating security tiers (64-bit through 256-bit) act as live quantum tripwires. When a quantum computer reaches the power to break each tier, the canary triggers — *giving your team advance warning measured in years, not days.*</a:t>
            </a:r>
          </a:p>
          <a:p>
            <a:r>
              <a:rPr lang="en-US" sz="1800" dirty="0" smtClean="0"/>
              <a:t/>
            </a:r>
          </a:p>
          <a:p>
            <a:r>
              <a:rPr lang="en-US" sz="1800" dirty="0" smtClean="0"/>
              <a:t>---</a:t>
            </a:r>
          </a:p>
          <a:p>
            <a:r>
              <a:rPr lang="en-US" sz="1800" dirty="0" smtClean="0"/>
              <a:t/>
            </a:r>
          </a:p>
          <a:p>
            <a:r>
              <a:rPr lang="en-US" sz="1800" dirty="0" smtClean="0"/>
              <a:t>## What You Get</a:t>
            </a:r>
          </a:p>
          <a:p>
            <a:r>
              <a:rPr lang="en-US" sz="1800" dirty="0" smtClean="0"/>
              <a:t/>
            </a:r>
          </a:p>
          <a:p>
            <a:r>
              <a:rPr lang="en-US" sz="1800" dirty="0" smtClean="0"/>
              <a:t>*One watsonx Orchestrate agent. Six purpose-built tools. Complete HNDL coverage from exposure discovery through post-quantum migration.*</a:t>
            </a:r>
          </a:p>
          <a:p>
            <a:r>
              <a:rPr lang="en-US" sz="1800" dirty="0" smtClean="0"/>
              <a:t/>
            </a:r>
          </a:p>
          <a:p>
            <a:r>
              <a:rPr lang="en-US" sz="1800" dirty="0" smtClean="0"/>
              <a:t>**Every operation is cryptographically signed, audit-logged, and backed by IBM Quantum Network-verified hardware.** Use `hndl_crypto_discovery` for a free exposure inventory, `hndl_risk_score` for quantified risk, or run the full 6-step workflow for enterprise-wide post-quantum readiness. Your auditors receive *quantified risk evidence and a compliance scorecard* — not a framework document.</a:t>
            </a:r>
          </a:p>
          <a:p>
            <a:r>
              <a:rPr lang="en-US" sz="1800" dirty="0" smtClean="0"/>
              <a:t/>
            </a:r>
          </a:p>
          <a:p>
            <a:r>
              <a:rPr lang="en-US" sz="1800" dirty="0" smtClean="0"/>
              <a:t>*Transparent pricing. No per-qubit surcharges. Full access to all six tools at your tier's job volume.*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EpochCore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https://cloud.ibm.com/catalog/services/epochcorexwatsonx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278</Slides>
  <Notes>0</Notes>
  <HiddenSlides>0</HiddenSlides>
  <MMClips>0</MMClips>
  <ScaleCrop>false</ScaleCrop>
  <HeadingPairs>
    <vt:vector size="4" baseType="variant">
      <vt:variant>
        <vt:lpstr>Theme</vt:lpstr>
      </vt:variant>
      <vt:variant>
        <vt:i4>1</vt:i4>
      </vt:variant>
      <vt:variant>
        <vt:lpstr>Slide Titles</vt:lpstr>
      </vt:variant>
      <vt:variant>
        <vt:i4>278</vt:i4>
      </vt:variant>
    </vt:vector>
  </HeadingPairs>
  <TitlesOfParts>
    <vt:vector size="279"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2026-06-03T00:40:32Z</dcterms:created>
  <dcterms:modified xsi:type="dcterms:W3CDTF">2026-06-03T00:40:32Z</dcterms:modified>
</cp:coreProperties>
</file>