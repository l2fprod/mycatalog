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presProps" Target="presProps.xml"/><Relationship Id="rId246" Type="http://schemas.openxmlformats.org/officeDocument/2006/relationships/viewProps" Target="viewProps.xml"/><Relationship Id="rId247" Type="http://schemas.openxmlformats.org/officeDocument/2006/relationships/theme" Target="theme/theme1.xml"/><Relationship Id="rId248"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November 04,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VMware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VSIs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Product Hub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Curate and share trusted data products across your organization.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Product Hub is ideal for organizations to share data products between teams. Data consumers can search and place requests for specific data products and data producers can curate and govern data products to be easily accessible and usable. By combining and packaging data, Data Product Hub enables data-driven teams to work faster and more efficiently.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https://cloud.ibm.com/catalog/services/data-product-hub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API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provides the resources that power the AI lifecycle for IBM watsonx.ai and Cloud Pak for Data as a Service. IBM watsonx.ai Runtime powers IBM watsonx.ai Studio. With resources for all AI solution tasks, you can build, test, and deploy machine learning models and on watsonx.ai, build, tune, and deploy generative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243</Slides>
  <Notes>0</Notes>
  <HiddenSlides>0</HiddenSlides>
  <MMClips>0</MMClips>
  <ScaleCrop>false</ScaleCrop>
  <HeadingPairs>
    <vt:vector size="4" baseType="variant">
      <vt:variant>
        <vt:lpstr>Theme</vt:lpstr>
      </vt:variant>
      <vt:variant>
        <vt:i4>1</vt:i4>
      </vt:variant>
      <vt:variant>
        <vt:lpstr>Slide Titles</vt:lpstr>
      </vt:variant>
      <vt:variant>
        <vt:i4>243</vt:i4>
      </vt:variant>
    </vt:vector>
  </HeadingPairs>
  <TitlesOfParts>
    <vt:vector size="244"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2025-11-04T00:09:08Z</dcterms:created>
  <dcterms:modified xsi:type="dcterms:W3CDTF">2025-11-04T00:09:08Z</dcterms:modified>
</cp:coreProperties>
</file>