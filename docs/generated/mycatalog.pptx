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presProps" Target="presProps.xml"/><Relationship Id="rId284" Type="http://schemas.openxmlformats.org/officeDocument/2006/relationships/viewProps" Target="viewProps.xml"/><Relationship Id="rId285" Type="http://schemas.openxmlformats.org/officeDocument/2006/relationships/theme" Target="theme/theme1.xml"/><Relationship Id="rId28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05,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Halo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Browser Is the New Security Perimeter. Secure It.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Halo is a Secure Every Browser (SEB) solution that protects data</a:t>
            </a:r>
          </a:p>
          <a:p>
            <a:r>
              <a:rPr lang="en-US" sz="1800" dirty="0" smtClean="0"/>
              <a:t>and web/SaaS applications on any device. No new hardware. No new browser. Just</a:t>
            </a:r>
          </a:p>
          <a:p>
            <a:r>
              <a:rPr lang="en-US" sz="1800" dirty="0" smtClean="0"/>
              <a:t>protection where work really happens. Keep working on the browser you love. Add</a:t>
            </a:r>
          </a:p>
          <a:p>
            <a:r>
              <a:rPr lang="en-US" sz="1800" dirty="0" smtClean="0"/>
              <a:t>the security you need and the control IT demands.</a:t>
            </a:r>
          </a:p>
          <a:p>
            <a:r>
              <a:rPr lang="en-US" sz="1800" dirty="0" smtClean="0"/>
              <a:t/>
            </a:r>
          </a:p>
          <a:p>
            <a:r>
              <a:rPr lang="en-US" sz="1800" dirty="0" smtClean="0"/>
              <a:t>The browser is the front door to nearly every business app and your biggest unprotected attack</a:t>
            </a:r>
          </a:p>
          <a:p>
            <a:r>
              <a:rPr lang="en-US" sz="1800" dirty="0" smtClean="0"/>
              <a:t>surface. Legacy security tools weren’t built for Cloud First, SaaS, hybrid</a:t>
            </a:r>
          </a:p>
          <a:p>
            <a:r>
              <a:rPr lang="en-US" sz="1800" dirty="0" smtClean="0"/>
              <a:t>work, BYOD, AI, and a remote workforce. Old keys don't work on new locks.</a:t>
            </a:r>
          </a:p>
          <a:p>
            <a:r>
              <a:rPr lang="en-US" sz="1800" dirty="0" smtClean="0"/>
              <a:t>Dizzion Halo secures what others can’t.</a:t>
            </a:r>
          </a:p>
          <a:p>
            <a:r>
              <a:rPr lang="en-US" sz="1800" dirty="0" smtClean="0"/>
              <a:t/>
            </a:r>
          </a:p>
          <a:p>
            <a:r>
              <a:rPr lang="en-US" sz="1800" dirty="0" smtClean="0"/>
              <a:t/>
            </a:r>
          </a:p>
          <a:p>
            <a:r>
              <a:rPr lang="en-US" sz="1800" dirty="0" smtClean="0"/>
              <a:t>For pricing, visit https://dizzion.com/pricing</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https://cloud.ibm.com/catalog/services/dizzion-halo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**913 physical qubits** on six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Network-verified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281</Slides>
  <Notes>0</Notes>
  <HiddenSlides>0</HiddenSlides>
  <MMClips>0</MMClips>
  <ScaleCrop>false</ScaleCrop>
  <HeadingPairs>
    <vt:vector size="4" baseType="variant">
      <vt:variant>
        <vt:lpstr>Theme</vt:lpstr>
      </vt:variant>
      <vt:variant>
        <vt:i4>1</vt:i4>
      </vt:variant>
      <vt:variant>
        <vt:lpstr>Slide Titles</vt:lpstr>
      </vt:variant>
      <vt:variant>
        <vt:i4>281</vt:i4>
      </vt:variant>
    </vt:vector>
  </HeadingPairs>
  <TitlesOfParts>
    <vt:vector size="28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2026-06-05T00:32:57Z</dcterms:created>
  <dcterms:modified xsi:type="dcterms:W3CDTF">2026-06-05T00:32:57Z</dcterms:modified>
</cp:coreProperties>
</file>