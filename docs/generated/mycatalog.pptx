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presProps" Target="presProps.xml"/><Relationship Id="rId281" Type="http://schemas.openxmlformats.org/officeDocument/2006/relationships/viewProps" Target="viewProps.xml"/><Relationship Id="rId282" Type="http://schemas.openxmlformats.org/officeDocument/2006/relationships/theme" Target="theme/theme1.xml"/><Relationship Id="rId283"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5/30/2026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5/30/2026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5/30/2026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May 30,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Halo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Your Browser Is the New Security Perimeter. Secure It.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Halo is a Secure Every Browser (SEB) solution that protects data</a:t>
            </a:r>
          </a:p>
          <a:p>
            <a:r>
              <a:rPr lang="en-US" sz="1800" dirty="0" smtClean="0"/>
              <a:t>and web/SaaS applications on any device. No new hardware. No new browser. Just</a:t>
            </a:r>
          </a:p>
          <a:p>
            <a:r>
              <a:rPr lang="en-US" sz="1800" dirty="0" smtClean="0"/>
              <a:t>protection where work really happens. Keep working on the browser you love. Add</a:t>
            </a:r>
          </a:p>
          <a:p>
            <a:r>
              <a:rPr lang="en-US" sz="1800" dirty="0" smtClean="0"/>
              <a:t>the security you need and the control IT demands.</a:t>
            </a:r>
          </a:p>
          <a:p>
            <a:r>
              <a:rPr lang="en-US" sz="1800" dirty="0" smtClean="0"/>
              <a:t/>
            </a:r>
          </a:p>
          <a:p>
            <a:r>
              <a:rPr lang="en-US" sz="1800" dirty="0" smtClean="0"/>
              <a:t>The browser is the front door to nearly every business app and your biggest unprotected attack</a:t>
            </a:r>
          </a:p>
          <a:p>
            <a:r>
              <a:rPr lang="en-US" sz="1800" dirty="0" smtClean="0"/>
              <a:t>surface. Legacy security tools weren’t built for Cloud First, SaaS, hybrid</a:t>
            </a:r>
          </a:p>
          <a:p>
            <a:r>
              <a:rPr lang="en-US" sz="1800" dirty="0" smtClean="0"/>
              <a:t>work, BYOD, AI, and a remote workforce. Old keys don't work on new locks.</a:t>
            </a:r>
          </a:p>
          <a:p>
            <a:r>
              <a:rPr lang="en-US" sz="1800" dirty="0" smtClean="0"/>
              <a:t>Dizzion Halo secures what others can’t.</a:t>
            </a:r>
          </a:p>
          <a:p>
            <a:r>
              <a:rPr lang="en-US" sz="1800" dirty="0" smtClean="0"/>
              <a:t/>
            </a:r>
          </a:p>
          <a:p>
            <a:r>
              <a:rPr lang="en-US" sz="1800" dirty="0" smtClean="0"/>
              <a:t/>
            </a:r>
          </a:p>
          <a:p>
            <a:r>
              <a:rPr lang="en-US" sz="1800" dirty="0" smtClean="0"/>
              <a:t>For pricing, visit https://dizzion.com/pricing</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https://cloud.ibm.com/catalog/services/dizzion-halo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Netrix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Swarm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HNDL defense on real quantum hardware. 6 tools: crypto discovery, risk scoring, NIST PQC audit, ML-KEM, ML-DSA &amp; canary monitoring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What is Quantum Swarm?</a:t>
            </a:r>
          </a:p>
          <a:p>
            <a:r>
              <a:rPr lang="en-US" sz="1800" dirty="0" smtClean="0"/>
              <a:t/>
            </a:r>
          </a:p>
          <a:p>
            <a:r>
              <a:rPr lang="en-US" sz="1800" dirty="0" smtClean="0"/>
              <a:t>**Quantum Swarm** is the *enterprise's first-line defense* against the most dangerous cryptographic threat active today: **Harvest Now, Decrypt Later (HNDL).** Nation-state adversaries are *already* intercepting and stockpiling your encrypted traffic, banking on quantum computers breaking **RSA** and **ECC** within the next **3–9 years.** Quantum Swarm gives your CISO team a **6-step, 6-tool workflow** to discover what is exposed, score the risk, audit compliance, migrate to quantum-safe standards, and monitor for quantum breakthroughs — *all through a single watsonx Orchestrate agent running on real quantum hardware.*</a:t>
            </a:r>
          </a:p>
          <a:p>
            <a:r>
              <a:rPr lang="en-US" sz="1800" dirty="0" smtClean="0"/>
              <a:t/>
            </a:r>
          </a:p>
          <a:p>
            <a:r>
              <a:rPr lang="en-US" sz="1800" dirty="0" smtClean="0"/>
              <a:t>&gt; Every assessment executes across **913 physical qubits** on six **IBM Quantum Heron** processors. **90% of workloads** are GPU-accelerated at *zero extra cost.* These are not simulations — these are **production quantum circuits executing today.**</a:t>
            </a:r>
          </a:p>
          <a:p>
            <a:r>
              <a:rPr lang="en-US" sz="1800" dirty="0" smtClean="0"/>
              <a:t/>
            </a:r>
          </a:p>
          <a:p>
            <a:r>
              <a:rPr lang="en-US" sz="1800" dirty="0" smtClean="0"/>
              <a:t>---</a:t>
            </a:r>
          </a:p>
          <a:p>
            <a:r>
              <a:rPr lang="en-US" sz="1800" dirty="0" smtClean="0"/>
              <a:t/>
            </a:r>
          </a:p>
          <a:p>
            <a:r>
              <a:rPr lang="en-US" sz="1800" dirty="0" smtClean="0"/>
              <a:t>## The Threat Is Active — Not Theoretical</a:t>
            </a:r>
          </a:p>
          <a:p>
            <a:r>
              <a:rPr lang="en-US" sz="1800" dirty="0" smtClean="0"/>
              <a:t/>
            </a:r>
          </a:p>
          <a:p>
            <a:r>
              <a:rPr lang="en-US" sz="1800" dirty="0" smtClean="0"/>
              <a:t>*Every file, communication, and transaction your organization encrypted in the last decade is already a target.* The attack requires no quantum computer today — only storage. The decryption happens later, when the hardware arrives.</a:t>
            </a:r>
          </a:p>
          <a:p>
            <a:r>
              <a:rPr lang="en-US" sz="1800" dirty="0" smtClean="0"/>
              <a:t/>
            </a:r>
          </a:p>
          <a:p>
            <a:r>
              <a:rPr lang="en-US" sz="1800" dirty="0" smtClean="0"/>
              <a:t>The U.S. government has already responded:</a:t>
            </a:r>
          </a:p>
          <a:p>
            <a:r>
              <a:rPr lang="en-US" sz="1800" dirty="0" smtClean="0"/>
              <a:t/>
            </a:r>
          </a:p>
          <a:p>
            <a:r>
              <a:rPr lang="en-US" sz="1800" dirty="0" smtClean="0"/>
              <a:t>- 🟡 **NIST FIPS 203** (ML-KEM) — *quantum-safe key exchange, finalized 2024*</a:t>
            </a:r>
          </a:p>
          <a:p>
            <a:r>
              <a:rPr lang="en-US" sz="1800" dirty="0" smtClean="0"/>
              <a:t>- 🟡 **NIST FIPS 204** (ML-DSA) — *quantum-safe digital signatures, finalized 2024*</a:t>
            </a:r>
          </a:p>
          <a:p>
            <a:r>
              <a:rPr lang="en-US" sz="1800" dirty="0" smtClean="0"/>
              <a:t>- 🟡 **NIST FIPS 205** (SLH-DSA) — *hash-based signatures, finalized 2024*</a:t>
            </a:r>
          </a:p>
          <a:p>
            <a:r>
              <a:rPr lang="en-US" sz="1800" dirty="0" smtClean="0"/>
              <a:t/>
            </a:r>
          </a:p>
          <a:p>
            <a:r>
              <a:rPr lang="en-US" sz="1800" dirty="0" smtClean="0"/>
              <a:t>Federal agencies must complete migration by **2030.** Regulated industries face the same timeline. **Every month of delay is measurable exposure.**</a:t>
            </a:r>
          </a:p>
          <a:p>
            <a:r>
              <a:rPr lang="en-US" sz="1800" dirty="0" smtClean="0"/>
              <a:t/>
            </a:r>
          </a:p>
          <a:p>
            <a:r>
              <a:rPr lang="en-US" sz="1800" dirty="0" smtClean="0"/>
              <a:t>---</a:t>
            </a:r>
          </a:p>
          <a:p>
            <a:r>
              <a:rPr lang="en-US" sz="1800" dirty="0" smtClean="0"/>
              <a:t/>
            </a:r>
          </a:p>
          <a:p>
            <a:r>
              <a:rPr lang="en-US" sz="1800" dirty="0" smtClean="0"/>
              <a:t>## Six Purpose-Built Tools — One Agent, Zero Gaps</a:t>
            </a:r>
          </a:p>
          <a:p>
            <a:r>
              <a:rPr lang="en-US" sz="1800" dirty="0" smtClean="0"/>
              <a:t/>
            </a:r>
          </a:p>
          <a:p>
            <a:r>
              <a:rPr lang="en-US" sz="1800" dirty="0" smtClean="0"/>
              <a:t>**① Crypto Discovery** *(free at all tiers)* — `hndl_crypto_discovery` scans enterprise endpoints for quantum-vulnerable TLS certificates, SSH keys, code signing certs, and cipher suites. Returns a full HNDL exposure inventory. *Run this first — before any other step.*</a:t>
            </a:r>
          </a:p>
          <a:p>
            <a:r>
              <a:rPr lang="en-US" sz="1800" dirty="0" smtClean="0"/>
              <a:t/>
            </a:r>
          </a:p>
          <a:p>
            <a:r>
              <a:rPr lang="en-US" sz="1800" dirty="0" smtClean="0"/>
              <a:t>**② HNDL Risk Assessment** — `hndl_risk_score` models exactly when your current encryption becomes breakable across three quantum threat scenarios: *2029 conservative, 2031 moderate, 2035 optimistic.* Every encrypted asset receives a **composite risk score** based on algorithm strength, data sensitivity, and retention period.</a:t>
            </a:r>
          </a:p>
          <a:p>
            <a:r>
              <a:rPr lang="en-US" sz="1800" dirty="0" smtClean="0"/>
              <a:t/>
            </a:r>
          </a:p>
          <a:p>
            <a:r>
              <a:rPr lang="en-US" sz="1800" dirty="0" smtClean="0"/>
              <a:t>**③ PQC Compliance Audit** — `pqc_compliance_audit` scans your cryptographic infrastructure against all three **NIST post-quantum standards** and returns a **compliance scorecard** with remediation priorities — mapped to FIPS 203, 204, and 205.</a:t>
            </a:r>
          </a:p>
          <a:p>
            <a:r>
              <a:rPr lang="en-US" sz="1800" dirty="0" smtClean="0"/>
              <a:t/>
            </a:r>
          </a:p>
          <a:p>
            <a:r>
              <a:rPr lang="en-US" sz="1800" dirty="0" smtClean="0"/>
              <a:t>**④ ML-KEM Key Exchange Migration** — `ml_kem_key_exchange` replaces vulnerable RSA and Diffie-Hellman with **CRYSTALS-Kyber** — the NIST-standardized quantum-safe key encapsulation mechanism. Supports *ML-KEM-768* and *ML-KEM-1024* security levels.</a:t>
            </a:r>
          </a:p>
          <a:p>
            <a:r>
              <a:rPr lang="en-US" sz="1800" dirty="0" smtClean="0"/>
              <a:t/>
            </a:r>
          </a:p>
          <a:p>
            <a:r>
              <a:rPr lang="en-US" sz="1800" dirty="0" smtClean="0"/>
              <a:t>**⑤ ML-DSA Digital Signature Migration** — `ml_dsa_sign` replaces RSA and ECDSA with **CRYSTALS-Dilithium** — the NIST-standardized quantum-safe signature scheme. Supports *ML-DSA-65* and *ML-DSA-87* security levels.</a:t>
            </a:r>
          </a:p>
          <a:p>
            <a:r>
              <a:rPr lang="en-US" sz="1800" dirty="0" smtClean="0"/>
              <a:t/>
            </a:r>
          </a:p>
          <a:p>
            <a:r>
              <a:rPr lang="en-US" sz="1800" dirty="0" smtClean="0"/>
              <a:t>**⑥ Quantum Canary Monitor** *(the early warning layer no classical tool can provide)* — Five **ECDSA challenge wallets** at escalating security tiers (64-bit through 256-bit) act as live quantum tripwires. When a quantum computer reaches the power to break each tier, the canary triggers — *giving your team advance warning measured in years, not days.*</a:t>
            </a:r>
          </a:p>
          <a:p>
            <a:r>
              <a:rPr lang="en-US" sz="1800" dirty="0" smtClean="0"/>
              <a:t/>
            </a:r>
          </a:p>
          <a:p>
            <a:r>
              <a:rPr lang="en-US" sz="1800" dirty="0" smtClean="0"/>
              <a:t>---</a:t>
            </a:r>
          </a:p>
          <a:p>
            <a:r>
              <a:rPr lang="en-US" sz="1800" dirty="0" smtClean="0"/>
              <a:t/>
            </a:r>
          </a:p>
          <a:p>
            <a:r>
              <a:rPr lang="en-US" sz="1800" dirty="0" smtClean="0"/>
              <a:t>## What You Get</a:t>
            </a:r>
          </a:p>
          <a:p>
            <a:r>
              <a:rPr lang="en-US" sz="1800" dirty="0" smtClean="0"/>
              <a:t/>
            </a:r>
          </a:p>
          <a:p>
            <a:r>
              <a:rPr lang="en-US" sz="1800" dirty="0" smtClean="0"/>
              <a:t>*One watsonx Orchestrate agent. Six purpose-built tools. Complete HNDL coverage from exposure discovery through post-quantum migration.*</a:t>
            </a:r>
          </a:p>
          <a:p>
            <a:r>
              <a:rPr lang="en-US" sz="1800" dirty="0" smtClean="0"/>
              <a:t/>
            </a:r>
          </a:p>
          <a:p>
            <a:r>
              <a:rPr lang="en-US" sz="1800" dirty="0" smtClean="0"/>
              <a:t>**Every operation is cryptographically signed, audit-logged, and backed by IBM Quantum Network-verified hardware.** Use `hndl_crypto_discovery` for a free exposure inventory, `hndl_risk_score` for quantified risk, or run the full 6-step workflow for enterprise-wide post-quantum readiness. Your auditors receive *quantified risk evidence and a compliance scorecard* — not a framework document.</a:t>
            </a:r>
          </a:p>
          <a:p>
            <a:r>
              <a:rPr lang="en-US" sz="1800" dirty="0" smtClean="0"/>
              <a:t/>
            </a:r>
          </a:p>
          <a:p>
            <a:r>
              <a:rPr lang="en-US" sz="1800" dirty="0" smtClean="0"/>
              <a:t>*Transparent pricing. No per-qubit surcharges. Full access to all six tools at your tier's job volume.*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EpochCore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https://cloud.ibm.com/catalog/services/epochcorexwatsonx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Wanclouds AI Assistant (WANDA)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 Engineer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cluster management. Planning, Monitoring, and Troubleshooting capabilities delivered through 50 specialized tools across 11 PowerHA management domains. Available in Starter, Professional, and Enterprise tiers (IBM-approved).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(Starter tier) is a native Watsonx Orchestrate agent that automates and simplifies IBM PowerHA SystemMirror cluster management on AIX and VIOS. The agent provides 50 specialized tools delivering Planning, Monitoring, and Troubleshooting capabilities across 11 PowerHA management domains, including cluster operations, deployment, and disaster recovery diagnostics. Additional domain coverage (VMRM, IBM i, AIX, Power11) is on the Enterprise tier roadmap.</a:t>
            </a:r>
          </a:p>
          <a:p>
            <a:r>
              <a:rPr lang="en-US" sz="1800" dirty="0" smtClean="0"/>
              <a:t/>
            </a:r>
          </a:p>
          <a:p>
            <a:r>
              <a:rPr lang="en-US" sz="1800" dirty="0" smtClean="0"/>
              <a:t>ZIEMACS AI Copilot provides intelligent automation for cluster deployment, configuration, monitoring, and maintenance tasks that traditionally require deep specialist knowledge. It continuously monitors cluster health, detects anomalies, and recommends or executes remediation actions before issues impact availability.</a:t>
            </a:r>
          </a:p>
          <a:p>
            <a:r>
              <a:rPr lang="en-US" sz="1800" dirty="0" smtClean="0"/>
              <a:t>The agent diagnoses complex cluster problems using AI-driven analysis of logs, configurations, and system state across CAA, RSCT, and PowerHA components. It also covers Geographic Logical Volume Manager (GLVM) and Geographic Resource Shifting (GRS) for cross-site replication and failover.</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Enterprise-ready features include human-in-the-loop approvals for high-risk operations, comprehensive audit logging, and role-based access control.</a:t>
            </a:r>
          </a:p>
          <a:p>
            <a:r>
              <a:rPr lang="en-US" sz="1800" dirty="0" smtClean="0"/>
              <a:t/>
            </a:r>
          </a:p>
          <a:p>
            <a:r>
              <a:rPr lang="en-US" sz="1800" dirty="0" smtClean="0"/>
              <a:t>ZIEMACS AI Copilot for PowerHA is available in three IBM-approved tiers: Starter (this catalog listing, 2 clusters with 4 nodes each), Professional (5 clusters with 8 nodes each, adds Migration capability and enterprise integrations), and Enterprise (unlimited clusters, full DR/GRS/GLVM, multi-agent A2A topology in development). Built by ZIEMACS AI, an IBM Partner Plus Silver Build partner, and powered by the ZIEMACS AGENT SDK.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278</Slides>
  <Notes>0</Notes>
  <HiddenSlides>0</HiddenSlides>
  <MMClips>0</MMClips>
  <ScaleCrop>false</ScaleCrop>
  <HeadingPairs>
    <vt:vector size="4" baseType="variant">
      <vt:variant>
        <vt:lpstr>Theme</vt:lpstr>
      </vt:variant>
      <vt:variant>
        <vt:i4>1</vt:i4>
      </vt:variant>
      <vt:variant>
        <vt:lpstr>Slide Titles</vt:lpstr>
      </vt:variant>
      <vt:variant>
        <vt:i4>278</vt:i4>
      </vt:variant>
    </vt:vector>
  </HeadingPairs>
  <TitlesOfParts>
    <vt:vector size="279"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2026-05-30T12:38:29Z</dcterms:created>
  <dcterms:modified xsi:type="dcterms:W3CDTF">2026-05-30T12:38:29Z</dcterms:modified>
</cp:coreProperties>
</file>