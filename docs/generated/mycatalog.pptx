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agentic AI operator for IBM Cloud that plans and executes infrastructure operations through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Paver is a built-in agentic AI operator for IBM Cloud that turns natural language requests into governed infrastructure actions, planning, explaining, and executing across your accounts, services, and resources without requiring you to switch between tools. Rather than generating code for you to run elsewhere, Paver acts on your behalf by reading your account context, reasoning through what needs to happen, and actioning approved changes against your live environment.</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PCIgator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PCIgator protects payment card data in files through granular encryption and access controls.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eXate PCIgator is a high-performance folder encryption and access control solution that protects sensitive data at the storage layer without requiring application changes. It delivers real-time encryption, fine-grained policy enforcement, and seamless integration with existing key management systems.</a:t>
            </a:r>
          </a:p>
          <a:p>
            <a:r>
              <a:rPr lang="en-US" sz="1800" dirty="0" smtClean="0"/>
              <a:t>Please note 1 instance is 1 integrated application.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eXate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https://cloud.ibm.com/catalog/services/pcigator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2026-10-28T03:01:43Z</dcterms:created>
  <dcterms:modified xsi:type="dcterms:W3CDTF">2026-10-28T03:01:43Z</dcterms:modified>
</cp:coreProperties>
</file>