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 id="550" r:id="rId296"/>
    <p:sldId id="551" r:id="rId297"/>
    <p:sldId id="552" r:id="rId298"/>
    <p:sldId id="553" r:id="rId299"/>
    <p:sldId id="554" r:id="rId300"/>
    <p:sldId id="555" r:id="rId301"/>
    <p:sldId id="556" r:id="rId302"/>
    <p:sldId id="557" r:id="rId303"/>
    <p:sldId id="558" r:id="rId304"/>
    <p:sldId id="559" r:id="rId30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slide" Target="slides/slide295.xml"/><Relationship Id="rId297" Type="http://schemas.openxmlformats.org/officeDocument/2006/relationships/slide" Target="slides/slide296.xml"/><Relationship Id="rId298" Type="http://schemas.openxmlformats.org/officeDocument/2006/relationships/slide" Target="slides/slide297.xml"/><Relationship Id="rId299" Type="http://schemas.openxmlformats.org/officeDocument/2006/relationships/slide" Target="slides/slide298.xml"/><Relationship Id="rId300" Type="http://schemas.openxmlformats.org/officeDocument/2006/relationships/slide" Target="slides/slide299.xml"/><Relationship Id="rId301" Type="http://schemas.openxmlformats.org/officeDocument/2006/relationships/slide" Target="slides/slide300.xml"/><Relationship Id="rId302" Type="http://schemas.openxmlformats.org/officeDocument/2006/relationships/slide" Target="slides/slide301.xml"/><Relationship Id="rId303" Type="http://schemas.openxmlformats.org/officeDocument/2006/relationships/slide" Target="slides/slide302.xml"/><Relationship Id="rId304" Type="http://schemas.openxmlformats.org/officeDocument/2006/relationships/slide" Target="slides/slide303.xml"/><Relationship Id="rId305" Type="http://schemas.openxmlformats.org/officeDocument/2006/relationships/slide" Target="slides/slide304.xml"/><Relationship Id="rId306" Type="http://schemas.openxmlformats.org/officeDocument/2006/relationships/presProps" Target="presProps.xml"/><Relationship Id="rId307" Type="http://schemas.openxmlformats.org/officeDocument/2006/relationships/viewProps" Target="viewProps.xml"/><Relationship Id="rId308" Type="http://schemas.openxmlformats.org/officeDocument/2006/relationships/theme" Target="theme/theme1.xml"/><Relationship Id="rId30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8/24/2026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5.png"/><Relationship Id="rId3" Type="http://schemas.openxmlformats.org/officeDocument/2006/relationships/image" Target="../media/image1.png"/></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6.png"/><Relationship Id="rId3" Type="http://schemas.openxmlformats.org/officeDocument/2006/relationships/image" Target="../media/image1.pn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7.png"/><Relationship Id="rId3" Type="http://schemas.openxmlformats.org/officeDocument/2006/relationships/image" Target="../media/image1.png"/></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8.png"/><Relationship Id="rId3" Type="http://schemas.openxmlformats.org/officeDocument/2006/relationships/image" Target="../media/image1.png"/></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9.png"/><Relationship Id="rId3" Type="http://schemas.openxmlformats.org/officeDocument/2006/relationships/image" Target="../media/image1.png"/></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0.png"/><Relationship Id="rId3" Type="http://schemas.openxmlformats.org/officeDocument/2006/relationships/image" Target="../media/image1.png"/></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1.png"/><Relationship Id="rId3" Type="http://schemas.openxmlformats.org/officeDocument/2006/relationships/image" Target="../media/image1.png"/></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2.png"/><Relationship Id="rId3" Type="http://schemas.openxmlformats.org/officeDocument/2006/relationships/image" Target="../media/image1.pn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3.png"/><Relationship Id="rId3" Type="http://schemas.openxmlformats.org/officeDocument/2006/relationships/image" Target="../media/image1.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August 24,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Medical Scribe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generating structured clinical notes from conversations, reducing documentation time and improving accuracy and completen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AI Medical Scribe Agent is an intelligent documentation assistant that captures and transforms clinical conversations into structured, accurate, and compliant medical notes in real time.</a:t>
            </a:r>
          </a:p>
          <a:p>
            <a:r>
              <a:rPr lang="en-US" sz="1800" dirty="0" smtClean="0"/>
              <a:t>Clinicians spend a significant portion of their time on documentation, often leading to burnout, incomplete records, and reduced patient interaction. This agent addresses these challenges by automatically generating clinical notes from voice or text inputs, aligned with standardized formats such as SOAP.</a:t>
            </a:r>
          </a:p>
          <a:p>
            <a:r>
              <a:rPr lang="en-US" sz="1800" dirty="0" smtClean="0"/>
              <a:t>Integrated directly into clinical workflows, the agent structures information into history, examination findings, assessments, and plans, while preserving clinical context and relevance. It supports customization based on specialty-specific templates and organizational requirements.</a:t>
            </a:r>
          </a:p>
          <a:p>
            <a:r>
              <a:rPr lang="en-US" sz="1800" dirty="0" smtClean="0"/>
              <a:t>The agent also enhances documentation quality by ensuring completeness and consistency, which supports downstream processes such as coding, billing, and clinical decision-making.</a:t>
            </a:r>
          </a:p>
          <a:p>
            <a:r>
              <a:rPr lang="en-US" sz="1800" dirty="0" smtClean="0"/>
              <a:t>By reducing manual data entry and streamlining documentation workflows, the AI Medical Scribe Agent improves clinician efficiency, increases time available for patient care, and supports high-quality, compliant medical records.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https://cloud.ibm.com/catalog/services/viclinic-inc-medical-ai-scribe-agent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Banking Agent from Incede.ai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Helps customers quickly find the most convenient branch, identify the right banker based on their needs and schedule appointments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AI-powered banking agent that automates customer service through natural conversation: branch lookups, appointment scheduling, and booking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Incede.ai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https://cloud.ibm.com/catalog/services/incede-skubanking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BeX Legal AI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Digital Employee for legal teams — contract drafting, review, negotiation, research, and compliance, guided by your playbook.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BeX Legal AI Assistant is an enterprise AI Digital Employee that automates legal workflows — contract drafting, review, negotiation, research, and compliance analysis — within IBM watsonx Orchestrate. </a:t>
            </a:r>
          </a:p>
          <a:p>
            <a:r>
              <a:rPr lang="en-US" sz="1800" dirty="0" smtClean="0"/>
              <a:t>Driven by configurable legal playbooks, it produces structured, auditable outputs aligned to your organisation's own standards, with a purpose-built dynamic UI and the ability to execute tasks autonomously end-to-end.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PPIC Technologies Pte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https://cloud.ibm.com/catalog/services/ppic-technologies-pte-ltd-legal-ai-assistant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BioLLM Culture Query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agent for querying and analyzing biological culture data using large language model capabilities.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BioLLM Culture Query Agent is an AI-powered native agent built on IBM watsonx Orchestrate that enables researchers, lab technicians, and bioinformaticians to interact with biological culture databases using natural language queries.</a:t>
            </a:r>
          </a:p>
          <a:p>
            <a:r>
              <a:rPr lang="en-US" sz="1800" dirty="0" smtClean="0"/>
              <a:t/>
            </a:r>
          </a:p>
          <a:p>
            <a:r>
              <a:rPr lang="en-US" sz="1800" dirty="0" smtClean="0"/>
              <a:t>The agent leverages large language model (LLM) capabilities to understand complex biological queries, retrieve relevant culture data, and deliver actionable insights—eliminating the need for specialized query languages or manual database navigation.</a:t>
            </a:r>
          </a:p>
          <a:p>
            <a:r>
              <a:rPr lang="en-US" sz="1800" dirty="0" smtClean="0"/>
              <a:t/>
            </a:r>
          </a:p>
          <a:p>
            <a:r>
              <a:rPr lang="en-US" sz="1800" dirty="0" smtClean="0"/>
              <a:t>Key capabilities include natural language querying of culture collections, intelligent data retrieval and summarization, cross-referencing of culture metadata, and seamless integration with existing laboratory information management systems (LIMS). Whether you are managing microbial cultures, cell lines, or other biological specimens, BioLLM Culture Query Agent streamlines data access and accelerates research workflows.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BioLLM 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https://cloud.ibm.com/catalog/services/biollm-culture-query-agent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Branch FLOW</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Branch FLOW™ is an AI-powered operations agent providing real-time insights into branch demand, utilization, and wait times.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Branch FLOW™ enables institutions to transform branch operational data into actionable intelligence that improves customer experience, workforce productivity, and operational efficiency.</a:t>
            </a:r>
          </a:p>
          <a:p>
            <a:r>
              <a:rPr lang="en-US" sz="1800" dirty="0" smtClean="0"/>
              <a:t/>
            </a:r>
          </a:p>
          <a:p>
            <a:r>
              <a:rPr lang="en-US" sz="1800" dirty="0" smtClean="0"/>
              <a:t>The platform continuously analyzes branch demand, serving capacity, transaction patterns, staffing levels, and utilization metrics to identify operational stress, peak traffic periods, service bottlenecks, and emerging operational risks. By combining operational analytics with AI-driven decision support, Branch FLOW™ helps branch managers, operations teams, and business leaders make faster, more informed decisions.</a:t>
            </a:r>
          </a:p>
          <a:p>
            <a:r>
              <a:rPr lang="en-US" sz="1800" dirty="0" smtClean="0"/>
              <a:t/>
            </a:r>
          </a:p>
          <a:p>
            <a:r>
              <a:rPr lang="en-US" sz="1800" dirty="0" smtClean="0"/>
              <a:t>Through a conversational AI experience, users can explore branch performance using natural language. The platform provides visibility into operational stress, staffing effectiveness, wait-time risks, queue pressure, utilization trends, and capacity constraints, enabling proactive intervention before service levels are impacted.</a:t>
            </a:r>
          </a:p>
          <a:p>
            <a:r>
              <a:rPr lang="en-US" sz="1800" dirty="0" smtClean="0"/>
              <a:t/>
            </a:r>
          </a:p>
          <a:p>
            <a:r>
              <a:rPr lang="en-US" sz="1800" dirty="0" smtClean="0"/>
              <a:t>Powered by a proprietary six-signal scoring engine, Branch FLOW™ moves organizations beyond traditional reporting to always-on operational intelligence. Helps organizations improve service consistency, reduce customer wait times, optimize workforce allocation, enhance operational productivity, and accelerate decision-making.</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Essex Lake Group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https://cloud.ibm.com/catalog/services/essex-lake-group-branch-flow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Commissioning Readiness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Is your facility ready to commission? A gate-by-gate readiness view, the blockers, and the evidence, inside Maximo.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Commissioning Readiness answers the question every commissioning lead carries into a readiness review: is this facility ready to start up, and if not, what is blocking it and where is the proof? It reviews readiness gate by gate across the commissioning disciplines (mechanical, electrical, instrumentation, controls, safety, environmental, operational), and returns a readiness score with a ranked list of blockers, each tied to its source evidence, grounded in the CII SR19-01 DR310 commissioning-completion lifecycle, inside your Maximo. It is deterministic and standards-grounded. It speaks to the commissioning lead (gate-by-gate sign-off), the programme director (portfolio readiness), the project manager (in-flight blockers), and the discipline lead (clean status recording)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https://cloud.ibm.com/catalog/services/vistergy-ltd-commissioning-readiness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Mumbai - Airtel (in-mum) Frankfurt (eu-de) Montreal (ca-mon)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Transactional email via SMTP relay, plus event-driven automation and alerting across webhooks, Code Engine, SMS, Slack, and more. One centralized service. Rapid, no-code routing.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Flacron AR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analyzes property inspection photos for damage, generates repair scopes, and produces cost estimates.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Flacron AR Agent automates the repetitive part of property inspection follow up. Feed it an inspection photo and it identifies visible damage type, location, severity, and a recommended action. From there, it turns those findings into a structured repair scope of work, and prices that scope into a full cost estimate with labor, material, and total line items.</a:t>
            </a:r>
          </a:p>
          <a:p>
            <a:r>
              <a:rPr lang="en-US" sz="1800" dirty="0" smtClean="0"/>
              <a:t>Each action is a discrete, callable tool with a defined input and output, so it fits directly into an automated workflow: trigger damage analysis on a new photo, generate the scope from the findings, generate the estimate from the scope. Authentication is a company-scoped API key, so every call is tied to the right account and project.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Flacron Enterprises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https://cloud.ibm.com/catalog/services/flacron-ar-ai-agent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Medical Coding And RCM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analyzing clinical data to automate coding, improve accuracy, and optimize revenue cycle workflows and claim outcomes.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Medical Coding &amp; RCM Agent is an AI-powered solution that automates and enhances clinical coding and revenue cycle workflows by transforming structured and unstructured clinical data into accurate, compliant, and billable outputs.</a:t>
            </a:r>
          </a:p>
          <a:p>
            <a:r>
              <a:rPr lang="en-US" sz="1800" dirty="0" smtClean="0"/>
              <a:t>Healthcare organizations often face revenue loss due to incomplete documentation, coding errors, and delayed claim submissions. This agent addresses these challenges by analyzing clinical notes, diagnoses, procedures, and supporting data to generate coding suggestions aligned with ICD and CPT standards.</a:t>
            </a:r>
          </a:p>
          <a:p>
            <a:r>
              <a:rPr lang="en-US" sz="1800" dirty="0" smtClean="0"/>
              <a:t>Integrated directly into clinical workflows, the agent ensures that coding begins early in the care process and continues through discharge. It identifies missing documentation elements, suggests improvements, and supports clean claim submission by aligning clinical data with payer requirements.</a:t>
            </a:r>
          </a:p>
          <a:p>
            <a:r>
              <a:rPr lang="en-US" sz="1800" dirty="0" smtClean="0"/>
              <a:t>The agent also enables proactive denial prevention by flagging inconsistencies, incomplete records, or potential compliance risks before claims are submitted. This improves claim acceptance rates, reduces rework, and accelerates reimbursement cycles.</a:t>
            </a:r>
          </a:p>
          <a:p>
            <a:r>
              <a:rPr lang="en-US" sz="1800" dirty="0" smtClean="0"/>
              <a:t>By combining clinical intelligence with workflow orchestration, the Medical Coding &amp; RCM Agent reduces administrative burden, improves coding accuracy, and delivers measurable financial impact across the revenue cycle.</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https://cloud.ibm.com/catalog/services/viclinic-inc-medical-coding-agent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MyLUA Care Recommendation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maternal client data and surfaces personalized, evidence-based care recommendations for birthing parents.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Employers, health plans, and care teams struggle to identify which maternal members need support before risks become crises. The MyLÚA Care Recommendation Agent analyzes client documentation including health assessments, intake forms, case notes, lab reports, discharge summaries, and clinical records, then returns structured, evidence-based care recommendations for each member. For every client submitted, the agent surfaces a prioritized needs summary, urgency-classified outreach actions, a step-by-step care pathway sequence, referral and escalation routing, and validated community resources sourced in real time. It supports both individual-level care planning and population-level trend analysis, helping care coordinators act earlier and organizations demonstrate measurable impact across their maternal health programs. Integrating organizations are responsible for implementing appropriate data safeguards before submitting client information to the agent.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MyLUA Health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https://cloud.ibm.com/catalog/services/mylua-health-inc-mylua-care-recommendation-agent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PreVisit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Your first AI agent to orchestrate pre-visit workflows, accelerating pre-authorization and improving coding accuracy at discharge.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Pre-Visit AI Intake Agent captures and structures patient symptoms, history, and clinical inputs before the encounter, enabling providers to begin each visit with complete and actionable data.</a:t>
            </a:r>
          </a:p>
          <a:p>
            <a:r>
              <a:rPr lang="en-US" sz="1800" dirty="0" smtClean="0"/>
              <a:t>By guiding patients through a conversational intake process, the agent collects relevant clinical information and converts it into structured, EMR-ready formats. This improves triage, supports clinical decision-making, and reduces repetitive data collection during visits.</a:t>
            </a:r>
          </a:p>
          <a:p>
            <a:r>
              <a:rPr lang="en-US" sz="1800" dirty="0" smtClean="0"/>
              <a:t>The agent also plays a critical role in revenue cycle performance by capturing the data required for pre-authorization and ensuring documentation readiness early in the care process.</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https://cloud.ibm.com/catalog/services/viclinic-inc-previsit-agent-public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Prior Authorization Eligibility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streamlining prior authorization and eligibility workflows, accelerating approvals and reducing delays in care delivery.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Prior Authorization &amp; Eligibility Agent is an AI-powered solution designed to streamline payer-related workflows by automating eligibility verification and prior authorization processes.</a:t>
            </a:r>
          </a:p>
          <a:p>
            <a:r>
              <a:rPr lang="en-US" sz="1800" dirty="0" smtClean="0"/>
              <a:t>Delays in prior authorization and incomplete eligibility checks are among the leading causes of care disruption, administrative burden, and revenue loss in healthcare systems. This agent addresses these challenges by capturing, validating, and structuring the clinical and administrative data required for payer review.</a:t>
            </a:r>
          </a:p>
          <a:p>
            <a:r>
              <a:rPr lang="en-US" sz="1800" dirty="0" smtClean="0"/>
              <a:t>Working in coordination with pre-visit and clinical documentation workflows, the agent ensures that all necessary information is prepared before submission. It supports eligibility verification, identifies missing data, and aligns clinical inputs with payer requirements to improve approval rates.</a:t>
            </a:r>
          </a:p>
          <a:p>
            <a:r>
              <a:rPr lang="en-US" sz="1800" dirty="0" smtClean="0"/>
              <a:t>The agent reduces manual back-and-forth between providers and payers by enabling cleaner, more complete submissions and by flagging potential issues early in the process. This results in faster approvals, fewer delays, and improved patient access to care.</a:t>
            </a:r>
          </a:p>
          <a:p>
            <a:r>
              <a:rPr lang="en-US" sz="1800" dirty="0" smtClean="0"/>
              <a:t>By integrating payer workflows into the broader clinical process, the Prior Authorization &amp; Eligibility Agent improves operational efficiency, enhances revenue cycle performance, and supports a more seamless care experience.</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
            </a:r>
          </a:p>
          <a:p>
            <a:r>
              <a:rPr lang="en-US" sz="1800" dirty="0" smtClean="0"/>
              <a:t/>
            </a:r>
          </a:p>
          <a:p>
            <a:r>
              <a:rPr lang="en-US" sz="1800" dirty="0" smtClean="0"/>
              <a:t>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https://cloud.ibm.com/catalog/services/viclinic-inc-prior-authorization-eligibility-agent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Straker AI Dubbing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multilingual, lip-synced video directly from IBM watsonx Orchestrate while preserving speaker’s voice, emotion, and intent.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Designed for training, marketing, product education, customer communications, and internal content, arbitr AI Dubbing helps teams produce localized video without leaving their existing agent workflow. It preserves the speaker’s voice, emotion, and intent and supports 30 documented target languages across core, additional, and lip-sync coverage. Conversations with the agent are in English, while the dubbing language is selected independently for each job.</a:t>
            </a:r>
          </a:p>
          <a:p>
            <a:r>
              <a:rPr lang="en-US" sz="1800" dirty="0" smtClean="0"/>
              <a:t/>
            </a:r>
          </a:p>
          <a:p>
            <a:r>
              <a:rPr lang="en-US" sz="1800" dirty="0" smtClean="0"/>
              <a:t>arbitr AI Dubbing is delivered as an external collaborator. A watsonx Orchestrate administrator adds it to a native agent before end users can invoke it.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Straker Japan K.K.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https://cloud.ibm.com/catalog/services/straker-japan-kk-straker-ai-dubbing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WANDA Agentic AI  - AIOps as a Service -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AIOps solution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slides/slide295.xml><?xml version="1.0" encoding="utf-8"?>
<p:sld xmlns:a="http://schemas.openxmlformats.org/drawingml/2006/main" xmlns:r="http://schemas.openxmlformats.org/officeDocument/2006/relationships" xmlns:p="http://schemas.openxmlformats.org/presentationml/2006/main">
  <p:cSld name="Slide 2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295</a:t>
            </a:r>
            <a:endParaRPr lang="en-US" dirty="0"/>
          </a:p>
        </p:txBody>
      </p:sp>
    </p:spTree>
  </p:cSld>
  <p:clrMapOvr>
    <a:masterClrMapping/>
  </p:clrMapOvr>
</p:sld>
</file>

<file path=ppt/slides/slide296.xml><?xml version="1.0" encoding="utf-8"?>
<p:sld xmlns:a="http://schemas.openxmlformats.org/drawingml/2006/main" xmlns:r="http://schemas.openxmlformats.org/officeDocument/2006/relationships" xmlns:p="http://schemas.openxmlformats.org/presentationml/2006/main">
  <p:cSld name="Slide 2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296</a:t>
            </a:r>
            <a:endParaRPr lang="en-US" dirty="0"/>
          </a:p>
        </p:txBody>
      </p:sp>
    </p:spTree>
  </p:cSld>
  <p:clrMapOvr>
    <a:masterClrMapping/>
  </p:clrMapOvr>
</p:sld>
</file>

<file path=ppt/slides/slide297.xml><?xml version="1.0" encoding="utf-8"?>
<p:sld xmlns:a="http://schemas.openxmlformats.org/drawingml/2006/main" xmlns:r="http://schemas.openxmlformats.org/officeDocument/2006/relationships" xmlns:p="http://schemas.openxmlformats.org/presentationml/2006/main">
  <p:cSld name="Slide 2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297</a:t>
            </a:r>
            <a:endParaRPr lang="en-US" dirty="0"/>
          </a:p>
        </p:txBody>
      </p:sp>
    </p:spTree>
  </p:cSld>
  <p:clrMapOvr>
    <a:masterClrMapping/>
  </p:clrMapOvr>
</p:sld>
</file>

<file path=ppt/slides/slide298.xml><?xml version="1.0" encoding="utf-8"?>
<p:sld xmlns:a="http://schemas.openxmlformats.org/drawingml/2006/main" xmlns:r="http://schemas.openxmlformats.org/officeDocument/2006/relationships" xmlns:p="http://schemas.openxmlformats.org/presentationml/2006/main">
  <p:cSld name="Slide 2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298</a:t>
            </a:r>
            <a:endParaRPr lang="en-US" dirty="0"/>
          </a:p>
        </p:txBody>
      </p:sp>
    </p:spTree>
  </p:cSld>
  <p:clrMapOvr>
    <a:masterClrMapping/>
  </p:clrMapOvr>
</p:sld>
</file>

<file path=ppt/slides/slide299.xml><?xml version="1.0" encoding="utf-8"?>
<p:sld xmlns:a="http://schemas.openxmlformats.org/drawingml/2006/main" xmlns:r="http://schemas.openxmlformats.org/officeDocument/2006/relationships" xmlns:p="http://schemas.openxmlformats.org/presentationml/2006/main">
  <p:cSld name="Slide 2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299</a:t>
            </a:r>
            <a:endParaRPr lang="en-US" dirty="0"/>
          </a:p>
        </p:txBody>
      </p:sp>
    </p:spTree>
  </p:cSld>
  <p:clrMapOvr>
    <a:masterClrMapping/>
  </p:clrMapOvr>
</p:sld>
</file>

<file path=ppt/slides/slide300.xml><?xml version="1.0" encoding="utf-8"?>
<p:sld xmlns:a="http://schemas.openxmlformats.org/drawingml/2006/main" xmlns:r="http://schemas.openxmlformats.org/officeDocument/2006/relationships" xmlns:p="http://schemas.openxmlformats.org/presentationml/2006/main">
  <p:cSld name="Slide 3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300</a:t>
            </a:r>
            <a:endParaRPr lang="en-US" dirty="0"/>
          </a:p>
        </p:txBody>
      </p:sp>
    </p:spTree>
  </p:cSld>
  <p:clrMapOvr>
    <a:masterClrMapping/>
  </p:clrMapOvr>
</p:sld>
</file>

<file path=ppt/slides/slide301.xml><?xml version="1.0" encoding="utf-8"?>
<p:sld xmlns:a="http://schemas.openxmlformats.org/drawingml/2006/main" xmlns:r="http://schemas.openxmlformats.org/officeDocument/2006/relationships" xmlns:p="http://schemas.openxmlformats.org/presentationml/2006/main">
  <p:cSld name="Slide 3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301</a:t>
            </a:r>
            <a:endParaRPr lang="en-US" dirty="0"/>
          </a:p>
        </p:txBody>
      </p:sp>
    </p:spTree>
  </p:cSld>
  <p:clrMapOvr>
    <a:masterClrMapping/>
  </p:clrMapOvr>
</p:sld>
</file>

<file path=ppt/slides/slide302.xml><?xml version="1.0" encoding="utf-8"?>
<p:sld xmlns:a="http://schemas.openxmlformats.org/drawingml/2006/main" xmlns:r="http://schemas.openxmlformats.org/officeDocument/2006/relationships" xmlns:p="http://schemas.openxmlformats.org/presentationml/2006/main">
  <p:cSld name="Slide 3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302</a:t>
            </a:r>
            <a:endParaRPr lang="en-US" dirty="0"/>
          </a:p>
        </p:txBody>
      </p:sp>
    </p:spTree>
  </p:cSld>
  <p:clrMapOvr>
    <a:masterClrMapping/>
  </p:clrMapOvr>
</p:sld>
</file>

<file path=ppt/slides/slide303.xml><?xml version="1.0" encoding="utf-8"?>
<p:sld xmlns:a="http://schemas.openxmlformats.org/drawingml/2006/main" xmlns:r="http://schemas.openxmlformats.org/officeDocument/2006/relationships" xmlns:p="http://schemas.openxmlformats.org/presentationml/2006/main">
  <p:cSld name="Slide 3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303</a:t>
            </a:r>
            <a:endParaRPr lang="en-US" dirty="0"/>
          </a:p>
        </p:txBody>
      </p:sp>
    </p:spTree>
  </p:cSld>
  <p:clrMapOvr>
    <a:masterClrMapping/>
  </p:clrMapOvr>
</p:sld>
</file>

<file path=ppt/slides/slide304.xml><?xml version="1.0" encoding="utf-8"?>
<p:sld xmlns:a="http://schemas.openxmlformats.org/drawingml/2006/main" xmlns:r="http://schemas.openxmlformats.org/officeDocument/2006/relationships" xmlns:p="http://schemas.openxmlformats.org/presentationml/2006/main">
  <p:cSld name="Slide 3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304</Slides>
  <Notes>0</Notes>
  <HiddenSlides>0</HiddenSlides>
  <MMClips>0</MMClips>
  <ScaleCrop>false</ScaleCrop>
  <HeadingPairs>
    <vt:vector size="4" baseType="variant">
      <vt:variant>
        <vt:lpstr>Theme</vt:lpstr>
      </vt:variant>
      <vt:variant>
        <vt:i4>1</vt:i4>
      </vt:variant>
      <vt:variant>
        <vt:lpstr>Slide Titles</vt:lpstr>
      </vt:variant>
      <vt:variant>
        <vt:i4>304</vt:i4>
      </vt:variant>
    </vt:vector>
  </HeadingPairs>
  <TitlesOfParts>
    <vt:vector size="30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lpstr>Slide 295</vt:lpstr>
      <vt:lpstr>Slide 296</vt:lpstr>
      <vt:lpstr>Slide 297</vt:lpstr>
      <vt:lpstr>Slide 298</vt:lpstr>
      <vt:lpstr>Slide 299</vt:lpstr>
      <vt:lpstr>Slide 300</vt:lpstr>
      <vt:lpstr>Slide 301</vt:lpstr>
      <vt:lpstr>Slide 302</vt:lpstr>
      <vt:lpstr>Slide 303</vt:lpstr>
      <vt:lpstr>Slide 304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2026-08-24T13:04:15Z</dcterms:created>
  <dcterms:modified xsi:type="dcterms:W3CDTF">2026-08-24T13:04:15Z</dcterms:modified>
</cp:coreProperties>
</file>